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handoutMasterIdLst>
    <p:handoutMasterId r:id="rId25"/>
  </p:handoutMasterIdLst>
  <p:sldIdLst>
    <p:sldId id="329" r:id="rId4"/>
    <p:sldId id="396" r:id="rId5"/>
    <p:sldId id="398" r:id="rId6"/>
    <p:sldId id="399" r:id="rId7"/>
    <p:sldId id="400" r:id="rId8"/>
    <p:sldId id="401" r:id="rId9"/>
    <p:sldId id="402" r:id="rId10"/>
    <p:sldId id="403" r:id="rId11"/>
    <p:sldId id="397" r:id="rId12"/>
    <p:sldId id="378" r:id="rId13"/>
    <p:sldId id="388" r:id="rId14"/>
    <p:sldId id="367" r:id="rId15"/>
    <p:sldId id="389" r:id="rId16"/>
    <p:sldId id="390" r:id="rId17"/>
    <p:sldId id="379" r:id="rId18"/>
    <p:sldId id="380" r:id="rId19"/>
    <p:sldId id="381" r:id="rId20"/>
    <p:sldId id="382" r:id="rId21"/>
    <p:sldId id="383" r:id="rId22"/>
    <p:sldId id="362" r:id="rId23"/>
    <p:sldId id="260" r:id="rId24"/>
  </p:sldIdLst>
  <p:sldSz cx="12192000" cy="6858000"/>
  <p:notesSz cx="9309100" cy="6954838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4" y="44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720C8-0F1F-4769-A95D-E70485508E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943" cy="348950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A3493-3CF0-479D-887E-326CB01F42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73003" y="0"/>
            <a:ext cx="4033943" cy="348950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AB84AB01-33F2-4890-81BC-94568158DB71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946B1-632D-4B59-8997-E7256A57DB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05889"/>
            <a:ext cx="4033943" cy="348949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78952-9C23-4261-888C-BF86D1BD5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73003" y="6605889"/>
            <a:ext cx="4033943" cy="348949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C82911A-3904-4D85-962F-6F98C8B80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9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80636" y="1431517"/>
            <a:ext cx="3994966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561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55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44163C-3BE8-445F-BF4D-6FF683F7A99F}"/>
              </a:ext>
            </a:extLst>
          </p:cNvPr>
          <p:cNvGrpSpPr/>
          <p:nvPr userDrawn="1"/>
        </p:nvGrpSpPr>
        <p:grpSpPr>
          <a:xfrm>
            <a:off x="0" y="5030641"/>
            <a:ext cx="11784650" cy="1581249"/>
            <a:chOff x="0" y="5030641"/>
            <a:chExt cx="11784650" cy="15812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382616-4BAD-46F2-A9B1-3719C195BD07}"/>
                </a:ext>
              </a:extLst>
            </p:cNvPr>
            <p:cNvGrpSpPr/>
            <p:nvPr/>
          </p:nvGrpSpPr>
          <p:grpSpPr>
            <a:xfrm>
              <a:off x="10972494" y="5030641"/>
              <a:ext cx="812156" cy="1343445"/>
              <a:chOff x="10042059" y="85076"/>
              <a:chExt cx="1867634" cy="3089387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F57692B-CB59-4909-9EE5-9842EC389960}"/>
                  </a:ext>
                </a:extLst>
              </p:cNvPr>
              <p:cNvSpPr/>
              <p:nvPr/>
            </p:nvSpPr>
            <p:spPr>
              <a:xfrm rot="16200000" flipH="1">
                <a:off x="9851011" y="276124"/>
                <a:ext cx="2249729" cy="1867634"/>
              </a:xfrm>
              <a:custGeom>
                <a:avLst/>
                <a:gdLst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1734909 w 2254431"/>
                  <a:gd name="connsiteY6" fmla="*/ 1232300 h 1867634"/>
                  <a:gd name="connsiteX7" fmla="*/ 1781182 w 2254431"/>
                  <a:gd name="connsiteY7" fmla="*/ 1232300 h 1867634"/>
                  <a:gd name="connsiteX8" fmla="*/ 1734909 w 2254431"/>
                  <a:gd name="connsiteY8" fmla="*/ 1237163 h 1867634"/>
                  <a:gd name="connsiteX9" fmla="*/ 1734908 w 2254431"/>
                  <a:gd name="connsiteY9" fmla="*/ 633988 h 1867634"/>
                  <a:gd name="connsiteX10" fmla="*/ 2124749 w 2254431"/>
                  <a:gd name="connsiteY10" fmla="*/ 668096 h 1867634"/>
                  <a:gd name="connsiteX11" fmla="*/ 1734908 w 2254431"/>
                  <a:gd name="connsiteY11" fmla="*/ 668096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1734908 w 2254431"/>
                  <a:gd name="connsiteY12" fmla="*/ 668096 h 1867634"/>
                  <a:gd name="connsiteX13" fmla="*/ 2124749 w 2254431"/>
                  <a:gd name="connsiteY13" fmla="*/ 668096 h 1867634"/>
                  <a:gd name="connsiteX14" fmla="*/ 1734908 w 2254431"/>
                  <a:gd name="connsiteY14" fmla="*/ 668096 h 1867634"/>
                  <a:gd name="connsiteX15" fmla="*/ 0 w 2254431"/>
                  <a:gd name="connsiteY15" fmla="*/ 933818 h 1867634"/>
                  <a:gd name="connsiteX16" fmla="*/ 273507 w 2254431"/>
                  <a:gd name="connsiteY16" fmla="*/ 1594126 h 1867634"/>
                  <a:gd name="connsiteX17" fmla="*/ 1594123 w 2254431"/>
                  <a:gd name="connsiteY17" fmla="*/ 1594126 h 1867634"/>
                  <a:gd name="connsiteX18" fmla="*/ 1818102 w 2254431"/>
                  <a:gd name="connsiteY18" fmla="*/ 1370146 h 1867634"/>
                  <a:gd name="connsiteX19" fmla="*/ 2067929 w 2254431"/>
                  <a:gd name="connsiteY19" fmla="*/ 1370150 h 1867634"/>
                  <a:gd name="connsiteX20" fmla="*/ 2249729 w 2254431"/>
                  <a:gd name="connsiteY20" fmla="*/ 1188348 h 1867634"/>
                  <a:gd name="connsiteX21" fmla="*/ 2249729 w 2254431"/>
                  <a:gd name="connsiteY21" fmla="*/ 938520 h 1867634"/>
                  <a:gd name="connsiteX22" fmla="*/ 2254431 w 2254431"/>
                  <a:gd name="connsiteY22" fmla="*/ 933818 h 1867634"/>
                  <a:gd name="connsiteX23" fmla="*/ 2249729 w 2254431"/>
                  <a:gd name="connsiteY23" fmla="*/ 929116 h 1867634"/>
                  <a:gd name="connsiteX24" fmla="*/ 2249729 w 2254431"/>
                  <a:gd name="connsiteY24" fmla="*/ 679292 h 1867634"/>
                  <a:gd name="connsiteX25" fmla="*/ 2067926 w 2254431"/>
                  <a:gd name="connsiteY25" fmla="*/ 497490 h 1867634"/>
                  <a:gd name="connsiteX26" fmla="*/ 1818099 w 2254431"/>
                  <a:gd name="connsiteY26" fmla="*/ 497490 h 1867634"/>
                  <a:gd name="connsiteX27" fmla="*/ 1594123 w 2254431"/>
                  <a:gd name="connsiteY27" fmla="*/ 273510 h 1867634"/>
                  <a:gd name="connsiteX28" fmla="*/ 273507 w 2254431"/>
                  <a:gd name="connsiteY28" fmla="*/ 273510 h 1867634"/>
                  <a:gd name="connsiteX29" fmla="*/ 0 w 2254431"/>
                  <a:gd name="connsiteY29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7163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0 w 2254431"/>
                  <a:gd name="connsiteY11" fmla="*/ 933818 h 1867634"/>
                  <a:gd name="connsiteX12" fmla="*/ 273507 w 2254431"/>
                  <a:gd name="connsiteY12" fmla="*/ 1594126 h 1867634"/>
                  <a:gd name="connsiteX13" fmla="*/ 1594123 w 2254431"/>
                  <a:gd name="connsiteY13" fmla="*/ 1594126 h 1867634"/>
                  <a:gd name="connsiteX14" fmla="*/ 1818102 w 2254431"/>
                  <a:gd name="connsiteY14" fmla="*/ 1370146 h 1867634"/>
                  <a:gd name="connsiteX15" fmla="*/ 2067929 w 2254431"/>
                  <a:gd name="connsiteY15" fmla="*/ 1370150 h 1867634"/>
                  <a:gd name="connsiteX16" fmla="*/ 2249729 w 2254431"/>
                  <a:gd name="connsiteY16" fmla="*/ 1188348 h 1867634"/>
                  <a:gd name="connsiteX17" fmla="*/ 2249729 w 2254431"/>
                  <a:gd name="connsiteY17" fmla="*/ 938520 h 1867634"/>
                  <a:gd name="connsiteX18" fmla="*/ 2254431 w 2254431"/>
                  <a:gd name="connsiteY18" fmla="*/ 933818 h 1867634"/>
                  <a:gd name="connsiteX19" fmla="*/ 2249729 w 2254431"/>
                  <a:gd name="connsiteY19" fmla="*/ 929116 h 1867634"/>
                  <a:gd name="connsiteX20" fmla="*/ 2249729 w 2254431"/>
                  <a:gd name="connsiteY20" fmla="*/ 679292 h 1867634"/>
                  <a:gd name="connsiteX21" fmla="*/ 2067926 w 2254431"/>
                  <a:gd name="connsiteY21" fmla="*/ 497490 h 1867634"/>
                  <a:gd name="connsiteX22" fmla="*/ 1818099 w 2254431"/>
                  <a:gd name="connsiteY22" fmla="*/ 497490 h 1867634"/>
                  <a:gd name="connsiteX23" fmla="*/ 1594123 w 2254431"/>
                  <a:gd name="connsiteY23" fmla="*/ 273510 h 1867634"/>
                  <a:gd name="connsiteX24" fmla="*/ 273507 w 2254431"/>
                  <a:gd name="connsiteY24" fmla="*/ 273510 h 1867634"/>
                  <a:gd name="connsiteX25" fmla="*/ 0 w 2254431"/>
                  <a:gd name="connsiteY25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0 w 2254431"/>
                  <a:gd name="connsiteY8" fmla="*/ 933818 h 1867634"/>
                  <a:gd name="connsiteX9" fmla="*/ 273507 w 2254431"/>
                  <a:gd name="connsiteY9" fmla="*/ 1594126 h 1867634"/>
                  <a:gd name="connsiteX10" fmla="*/ 1594123 w 2254431"/>
                  <a:gd name="connsiteY10" fmla="*/ 1594126 h 1867634"/>
                  <a:gd name="connsiteX11" fmla="*/ 1818102 w 2254431"/>
                  <a:gd name="connsiteY11" fmla="*/ 1370146 h 1867634"/>
                  <a:gd name="connsiteX12" fmla="*/ 2067929 w 2254431"/>
                  <a:gd name="connsiteY12" fmla="*/ 1370150 h 1867634"/>
                  <a:gd name="connsiteX13" fmla="*/ 2249729 w 2254431"/>
                  <a:gd name="connsiteY13" fmla="*/ 1188348 h 1867634"/>
                  <a:gd name="connsiteX14" fmla="*/ 2249729 w 2254431"/>
                  <a:gd name="connsiteY14" fmla="*/ 938520 h 1867634"/>
                  <a:gd name="connsiteX15" fmla="*/ 2254431 w 2254431"/>
                  <a:gd name="connsiteY15" fmla="*/ 933818 h 1867634"/>
                  <a:gd name="connsiteX16" fmla="*/ 2249729 w 2254431"/>
                  <a:gd name="connsiteY16" fmla="*/ 929116 h 1867634"/>
                  <a:gd name="connsiteX17" fmla="*/ 2249729 w 2254431"/>
                  <a:gd name="connsiteY17" fmla="*/ 679292 h 1867634"/>
                  <a:gd name="connsiteX18" fmla="*/ 2067926 w 2254431"/>
                  <a:gd name="connsiteY18" fmla="*/ 497490 h 1867634"/>
                  <a:gd name="connsiteX19" fmla="*/ 1818099 w 2254431"/>
                  <a:gd name="connsiteY19" fmla="*/ 497490 h 1867634"/>
                  <a:gd name="connsiteX20" fmla="*/ 1594123 w 2254431"/>
                  <a:gd name="connsiteY20" fmla="*/ 273510 h 1867634"/>
                  <a:gd name="connsiteX21" fmla="*/ 273507 w 2254431"/>
                  <a:gd name="connsiteY21" fmla="*/ 273510 h 1867634"/>
                  <a:gd name="connsiteX22" fmla="*/ 0 w 2254431"/>
                  <a:gd name="connsiteY22" fmla="*/ 933818 h 1867634"/>
                  <a:gd name="connsiteX0" fmla="*/ 2234976 w 2254431"/>
                  <a:gd name="connsiteY0" fmla="*/ 1140552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2234976 w 2254431"/>
                  <a:gd name="connsiteY6" fmla="*/ 710150 h 1867634"/>
                  <a:gd name="connsiteX7" fmla="*/ 0 w 2254431"/>
                  <a:gd name="connsiteY7" fmla="*/ 933818 h 1867634"/>
                  <a:gd name="connsiteX8" fmla="*/ 273507 w 2254431"/>
                  <a:gd name="connsiteY8" fmla="*/ 1594126 h 1867634"/>
                  <a:gd name="connsiteX9" fmla="*/ 1594123 w 2254431"/>
                  <a:gd name="connsiteY9" fmla="*/ 1594126 h 1867634"/>
                  <a:gd name="connsiteX10" fmla="*/ 1818102 w 2254431"/>
                  <a:gd name="connsiteY10" fmla="*/ 1370146 h 1867634"/>
                  <a:gd name="connsiteX11" fmla="*/ 2067929 w 2254431"/>
                  <a:gd name="connsiteY11" fmla="*/ 1370150 h 1867634"/>
                  <a:gd name="connsiteX12" fmla="*/ 2249729 w 2254431"/>
                  <a:gd name="connsiteY12" fmla="*/ 1188348 h 1867634"/>
                  <a:gd name="connsiteX13" fmla="*/ 2249729 w 2254431"/>
                  <a:gd name="connsiteY13" fmla="*/ 938520 h 1867634"/>
                  <a:gd name="connsiteX14" fmla="*/ 2254431 w 2254431"/>
                  <a:gd name="connsiteY14" fmla="*/ 933818 h 1867634"/>
                  <a:gd name="connsiteX15" fmla="*/ 2249729 w 2254431"/>
                  <a:gd name="connsiteY15" fmla="*/ 929116 h 1867634"/>
                  <a:gd name="connsiteX16" fmla="*/ 2249729 w 2254431"/>
                  <a:gd name="connsiteY16" fmla="*/ 679292 h 1867634"/>
                  <a:gd name="connsiteX17" fmla="*/ 2067926 w 2254431"/>
                  <a:gd name="connsiteY17" fmla="*/ 497490 h 1867634"/>
                  <a:gd name="connsiteX18" fmla="*/ 1818099 w 2254431"/>
                  <a:gd name="connsiteY18" fmla="*/ 497490 h 1867634"/>
                  <a:gd name="connsiteX19" fmla="*/ 1594123 w 2254431"/>
                  <a:gd name="connsiteY19" fmla="*/ 273510 h 1867634"/>
                  <a:gd name="connsiteX20" fmla="*/ 273507 w 2254431"/>
                  <a:gd name="connsiteY20" fmla="*/ 273510 h 1867634"/>
                  <a:gd name="connsiteX21" fmla="*/ 0 w 2254431"/>
                  <a:gd name="connsiteY21" fmla="*/ 933818 h 1867634"/>
                  <a:gd name="connsiteX0" fmla="*/ 2234976 w 2254431"/>
                  <a:gd name="connsiteY0" fmla="*/ 710150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2234976 w 2254431"/>
                  <a:gd name="connsiteY3" fmla="*/ 710150 h 1867634"/>
                  <a:gd name="connsiteX4" fmla="*/ 0 w 2254431"/>
                  <a:gd name="connsiteY4" fmla="*/ 933818 h 1867634"/>
                  <a:gd name="connsiteX5" fmla="*/ 273507 w 2254431"/>
                  <a:gd name="connsiteY5" fmla="*/ 1594126 h 1867634"/>
                  <a:gd name="connsiteX6" fmla="*/ 1594123 w 2254431"/>
                  <a:gd name="connsiteY6" fmla="*/ 1594126 h 1867634"/>
                  <a:gd name="connsiteX7" fmla="*/ 1818102 w 2254431"/>
                  <a:gd name="connsiteY7" fmla="*/ 1370146 h 1867634"/>
                  <a:gd name="connsiteX8" fmla="*/ 2067929 w 2254431"/>
                  <a:gd name="connsiteY8" fmla="*/ 1370150 h 1867634"/>
                  <a:gd name="connsiteX9" fmla="*/ 2249729 w 2254431"/>
                  <a:gd name="connsiteY9" fmla="*/ 1188348 h 1867634"/>
                  <a:gd name="connsiteX10" fmla="*/ 2249729 w 2254431"/>
                  <a:gd name="connsiteY10" fmla="*/ 938520 h 1867634"/>
                  <a:gd name="connsiteX11" fmla="*/ 2254431 w 2254431"/>
                  <a:gd name="connsiteY11" fmla="*/ 933818 h 1867634"/>
                  <a:gd name="connsiteX12" fmla="*/ 2249729 w 2254431"/>
                  <a:gd name="connsiteY12" fmla="*/ 929116 h 1867634"/>
                  <a:gd name="connsiteX13" fmla="*/ 2249729 w 2254431"/>
                  <a:gd name="connsiteY13" fmla="*/ 679292 h 1867634"/>
                  <a:gd name="connsiteX14" fmla="*/ 2067926 w 2254431"/>
                  <a:gd name="connsiteY14" fmla="*/ 497490 h 1867634"/>
                  <a:gd name="connsiteX15" fmla="*/ 1818099 w 2254431"/>
                  <a:gd name="connsiteY15" fmla="*/ 497490 h 1867634"/>
                  <a:gd name="connsiteX16" fmla="*/ 1594123 w 2254431"/>
                  <a:gd name="connsiteY16" fmla="*/ 273510 h 1867634"/>
                  <a:gd name="connsiteX17" fmla="*/ 273507 w 2254431"/>
                  <a:gd name="connsiteY17" fmla="*/ 273510 h 1867634"/>
                  <a:gd name="connsiteX18" fmla="*/ 0 w 2254431"/>
                  <a:gd name="connsiteY18" fmla="*/ 933818 h 1867634"/>
                  <a:gd name="connsiteX0" fmla="*/ 2234976 w 2254431"/>
                  <a:gd name="connsiteY0" fmla="*/ 737448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0 w 2254431"/>
                  <a:gd name="connsiteY3" fmla="*/ 933818 h 1867634"/>
                  <a:gd name="connsiteX4" fmla="*/ 273507 w 2254431"/>
                  <a:gd name="connsiteY4" fmla="*/ 1594126 h 1867634"/>
                  <a:gd name="connsiteX5" fmla="*/ 1594123 w 2254431"/>
                  <a:gd name="connsiteY5" fmla="*/ 1594126 h 1867634"/>
                  <a:gd name="connsiteX6" fmla="*/ 1818102 w 2254431"/>
                  <a:gd name="connsiteY6" fmla="*/ 1370146 h 1867634"/>
                  <a:gd name="connsiteX7" fmla="*/ 2067929 w 2254431"/>
                  <a:gd name="connsiteY7" fmla="*/ 1370150 h 1867634"/>
                  <a:gd name="connsiteX8" fmla="*/ 2249729 w 2254431"/>
                  <a:gd name="connsiteY8" fmla="*/ 1188348 h 1867634"/>
                  <a:gd name="connsiteX9" fmla="*/ 2249729 w 2254431"/>
                  <a:gd name="connsiteY9" fmla="*/ 938520 h 1867634"/>
                  <a:gd name="connsiteX10" fmla="*/ 2254431 w 2254431"/>
                  <a:gd name="connsiteY10" fmla="*/ 933818 h 1867634"/>
                  <a:gd name="connsiteX11" fmla="*/ 2249729 w 2254431"/>
                  <a:gd name="connsiteY11" fmla="*/ 929116 h 1867634"/>
                  <a:gd name="connsiteX12" fmla="*/ 2249729 w 2254431"/>
                  <a:gd name="connsiteY12" fmla="*/ 679292 h 1867634"/>
                  <a:gd name="connsiteX13" fmla="*/ 2067926 w 2254431"/>
                  <a:gd name="connsiteY13" fmla="*/ 497490 h 1867634"/>
                  <a:gd name="connsiteX14" fmla="*/ 1818099 w 2254431"/>
                  <a:gd name="connsiteY14" fmla="*/ 497490 h 1867634"/>
                  <a:gd name="connsiteX15" fmla="*/ 1594123 w 2254431"/>
                  <a:gd name="connsiteY15" fmla="*/ 273510 h 1867634"/>
                  <a:gd name="connsiteX16" fmla="*/ 273507 w 2254431"/>
                  <a:gd name="connsiteY16" fmla="*/ 273510 h 1867634"/>
                  <a:gd name="connsiteX17" fmla="*/ 0 w 2254431"/>
                  <a:gd name="connsiteY17" fmla="*/ 933818 h 1867634"/>
                  <a:gd name="connsiteX0" fmla="*/ 0 w 2254431"/>
                  <a:gd name="connsiteY0" fmla="*/ 933818 h 1867634"/>
                  <a:gd name="connsiteX1" fmla="*/ 273507 w 2254431"/>
                  <a:gd name="connsiteY1" fmla="*/ 1594126 h 1867634"/>
                  <a:gd name="connsiteX2" fmla="*/ 1594123 w 2254431"/>
                  <a:gd name="connsiteY2" fmla="*/ 1594126 h 1867634"/>
                  <a:gd name="connsiteX3" fmla="*/ 1818102 w 2254431"/>
                  <a:gd name="connsiteY3" fmla="*/ 1370146 h 1867634"/>
                  <a:gd name="connsiteX4" fmla="*/ 2067929 w 2254431"/>
                  <a:gd name="connsiteY4" fmla="*/ 1370150 h 1867634"/>
                  <a:gd name="connsiteX5" fmla="*/ 2249729 w 2254431"/>
                  <a:gd name="connsiteY5" fmla="*/ 1188348 h 1867634"/>
                  <a:gd name="connsiteX6" fmla="*/ 2249729 w 2254431"/>
                  <a:gd name="connsiteY6" fmla="*/ 938520 h 1867634"/>
                  <a:gd name="connsiteX7" fmla="*/ 2254431 w 2254431"/>
                  <a:gd name="connsiteY7" fmla="*/ 933818 h 1867634"/>
                  <a:gd name="connsiteX8" fmla="*/ 2249729 w 2254431"/>
                  <a:gd name="connsiteY8" fmla="*/ 929116 h 1867634"/>
                  <a:gd name="connsiteX9" fmla="*/ 2249729 w 2254431"/>
                  <a:gd name="connsiteY9" fmla="*/ 679292 h 1867634"/>
                  <a:gd name="connsiteX10" fmla="*/ 2067926 w 2254431"/>
                  <a:gd name="connsiteY10" fmla="*/ 497490 h 1867634"/>
                  <a:gd name="connsiteX11" fmla="*/ 1818099 w 2254431"/>
                  <a:gd name="connsiteY11" fmla="*/ 497490 h 1867634"/>
                  <a:gd name="connsiteX12" fmla="*/ 1594123 w 2254431"/>
                  <a:gd name="connsiteY12" fmla="*/ 273510 h 1867634"/>
                  <a:gd name="connsiteX13" fmla="*/ 273507 w 2254431"/>
                  <a:gd name="connsiteY13" fmla="*/ 273510 h 1867634"/>
                  <a:gd name="connsiteX14" fmla="*/ 0 w 2254431"/>
                  <a:gd name="connsiteY14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38520 h 1867634"/>
                  <a:gd name="connsiteX7" fmla="*/ 2249729 w 2249729"/>
                  <a:gd name="connsiteY7" fmla="*/ 929116 h 1867634"/>
                  <a:gd name="connsiteX8" fmla="*/ 2249729 w 2249729"/>
                  <a:gd name="connsiteY8" fmla="*/ 679292 h 1867634"/>
                  <a:gd name="connsiteX9" fmla="*/ 2067926 w 2249729"/>
                  <a:gd name="connsiteY9" fmla="*/ 497490 h 1867634"/>
                  <a:gd name="connsiteX10" fmla="*/ 1818099 w 2249729"/>
                  <a:gd name="connsiteY10" fmla="*/ 497490 h 1867634"/>
                  <a:gd name="connsiteX11" fmla="*/ 1594123 w 2249729"/>
                  <a:gd name="connsiteY11" fmla="*/ 273510 h 1867634"/>
                  <a:gd name="connsiteX12" fmla="*/ 273507 w 2249729"/>
                  <a:gd name="connsiteY12" fmla="*/ 273510 h 1867634"/>
                  <a:gd name="connsiteX13" fmla="*/ 0 w 2249729"/>
                  <a:gd name="connsiteY13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29116 h 1867634"/>
                  <a:gd name="connsiteX7" fmla="*/ 2249729 w 2249729"/>
                  <a:gd name="connsiteY7" fmla="*/ 679292 h 1867634"/>
                  <a:gd name="connsiteX8" fmla="*/ 2067926 w 2249729"/>
                  <a:gd name="connsiteY8" fmla="*/ 497490 h 1867634"/>
                  <a:gd name="connsiteX9" fmla="*/ 1818099 w 2249729"/>
                  <a:gd name="connsiteY9" fmla="*/ 497490 h 1867634"/>
                  <a:gd name="connsiteX10" fmla="*/ 1594123 w 2249729"/>
                  <a:gd name="connsiteY10" fmla="*/ 273510 h 1867634"/>
                  <a:gd name="connsiteX11" fmla="*/ 273507 w 2249729"/>
                  <a:gd name="connsiteY11" fmla="*/ 273510 h 1867634"/>
                  <a:gd name="connsiteX12" fmla="*/ 0 w 2249729"/>
                  <a:gd name="connsiteY12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679292 h 1867634"/>
                  <a:gd name="connsiteX7" fmla="*/ 2067926 w 2249729"/>
                  <a:gd name="connsiteY7" fmla="*/ 497490 h 1867634"/>
                  <a:gd name="connsiteX8" fmla="*/ 1818099 w 2249729"/>
                  <a:gd name="connsiteY8" fmla="*/ 497490 h 1867634"/>
                  <a:gd name="connsiteX9" fmla="*/ 1594123 w 2249729"/>
                  <a:gd name="connsiteY9" fmla="*/ 273510 h 1867634"/>
                  <a:gd name="connsiteX10" fmla="*/ 273507 w 2249729"/>
                  <a:gd name="connsiteY10" fmla="*/ 273510 h 1867634"/>
                  <a:gd name="connsiteX11" fmla="*/ 0 w 2249729"/>
                  <a:gd name="connsiteY11" fmla="*/ 933818 h 186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49729" h="1867634">
                    <a:moveTo>
                      <a:pt x="0" y="933818"/>
                    </a:moveTo>
                    <a:cubicBezTo>
                      <a:pt x="0" y="1172804"/>
                      <a:pt x="91169" y="1411786"/>
                      <a:pt x="273507" y="1594126"/>
                    </a:cubicBezTo>
                    <a:cubicBezTo>
                      <a:pt x="638186" y="1958804"/>
                      <a:pt x="1229447" y="1958804"/>
                      <a:pt x="1594123" y="1594126"/>
                    </a:cubicBezTo>
                    <a:lnTo>
                      <a:pt x="1818102" y="1370146"/>
                    </a:lnTo>
                    <a:lnTo>
                      <a:pt x="2067929" y="1370150"/>
                    </a:lnTo>
                    <a:cubicBezTo>
                      <a:pt x="2168336" y="1370146"/>
                      <a:pt x="2249729" y="1288752"/>
                      <a:pt x="2249729" y="1188348"/>
                    </a:cubicBezTo>
                    <a:lnTo>
                      <a:pt x="2249729" y="679292"/>
                    </a:lnTo>
                    <a:cubicBezTo>
                      <a:pt x="2249729" y="578884"/>
                      <a:pt x="2168334" y="497490"/>
                      <a:pt x="2067926" y="497490"/>
                    </a:cubicBezTo>
                    <a:lnTo>
                      <a:pt x="1818099" y="497490"/>
                    </a:lnTo>
                    <a:lnTo>
                      <a:pt x="1594123" y="273510"/>
                    </a:lnTo>
                    <a:cubicBezTo>
                      <a:pt x="1229444" y="-91169"/>
                      <a:pt x="638186" y="-91169"/>
                      <a:pt x="273507" y="273510"/>
                    </a:cubicBezTo>
                    <a:cubicBezTo>
                      <a:pt x="91169" y="455848"/>
                      <a:pt x="0" y="694834"/>
                      <a:pt x="0" y="933818"/>
                    </a:cubicBez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DBEC21B-8490-4613-893F-081AAB39C3FB}"/>
                  </a:ext>
                </a:extLst>
              </p:cNvPr>
              <p:cNvSpPr/>
              <p:nvPr/>
            </p:nvSpPr>
            <p:spPr>
              <a:xfrm>
                <a:off x="10573107" y="2486534"/>
                <a:ext cx="805533" cy="687929"/>
              </a:xfrm>
              <a:custGeom>
                <a:avLst/>
                <a:gdLst>
                  <a:gd name="connsiteX0" fmla="*/ 184600 w 805532"/>
                  <a:gd name="connsiteY0" fmla="*/ 520107 h 687929"/>
                  <a:gd name="connsiteX1" fmla="*/ 620929 w 805532"/>
                  <a:gd name="connsiteY1" fmla="*/ 520110 h 687929"/>
                  <a:gd name="connsiteX2" fmla="*/ 704838 w 805532"/>
                  <a:gd name="connsiteY2" fmla="*/ 604019 h 687929"/>
                  <a:gd name="connsiteX3" fmla="*/ 620926 w 805532"/>
                  <a:gd name="connsiteY3" fmla="*/ 687929 h 687929"/>
                  <a:gd name="connsiteX4" fmla="*/ 184600 w 805532"/>
                  <a:gd name="connsiteY4" fmla="*/ 687926 h 687929"/>
                  <a:gd name="connsiteX5" fmla="*/ 100691 w 805532"/>
                  <a:gd name="connsiteY5" fmla="*/ 604019 h 687929"/>
                  <a:gd name="connsiteX6" fmla="*/ 184600 w 805532"/>
                  <a:gd name="connsiteY6" fmla="*/ 520107 h 687929"/>
                  <a:gd name="connsiteX7" fmla="*/ 117472 w 805532"/>
                  <a:gd name="connsiteY7" fmla="*/ 260053 h 687929"/>
                  <a:gd name="connsiteX8" fmla="*/ 688057 w 805532"/>
                  <a:gd name="connsiteY8" fmla="*/ 260053 h 687929"/>
                  <a:gd name="connsiteX9" fmla="*/ 771967 w 805532"/>
                  <a:gd name="connsiteY9" fmla="*/ 343963 h 687929"/>
                  <a:gd name="connsiteX10" fmla="*/ 688057 w 805532"/>
                  <a:gd name="connsiteY10" fmla="*/ 427875 h 687929"/>
                  <a:gd name="connsiteX11" fmla="*/ 117472 w 805532"/>
                  <a:gd name="connsiteY11" fmla="*/ 427872 h 687929"/>
                  <a:gd name="connsiteX12" fmla="*/ 33563 w 805532"/>
                  <a:gd name="connsiteY12" fmla="*/ 343963 h 687929"/>
                  <a:gd name="connsiteX13" fmla="*/ 117472 w 805532"/>
                  <a:gd name="connsiteY13" fmla="*/ 260053 h 687929"/>
                  <a:gd name="connsiteX14" fmla="*/ 83910 w 805532"/>
                  <a:gd name="connsiteY14" fmla="*/ 0 h 687929"/>
                  <a:gd name="connsiteX15" fmla="*/ 721623 w 805532"/>
                  <a:gd name="connsiteY15" fmla="*/ 0 h 687929"/>
                  <a:gd name="connsiteX16" fmla="*/ 805532 w 805532"/>
                  <a:gd name="connsiteY16" fmla="*/ 83910 h 687929"/>
                  <a:gd name="connsiteX17" fmla="*/ 805529 w 805532"/>
                  <a:gd name="connsiteY17" fmla="*/ 83910 h 687929"/>
                  <a:gd name="connsiteX18" fmla="*/ 721620 w 805532"/>
                  <a:gd name="connsiteY18" fmla="*/ 167819 h 687929"/>
                  <a:gd name="connsiteX19" fmla="*/ 83910 w 805532"/>
                  <a:gd name="connsiteY19" fmla="*/ 167819 h 687929"/>
                  <a:gd name="connsiteX20" fmla="*/ 0 w 805532"/>
                  <a:gd name="connsiteY20" fmla="*/ 83910 h 687929"/>
                  <a:gd name="connsiteX21" fmla="*/ 83910 w 805532"/>
                  <a:gd name="connsiteY21" fmla="*/ 0 h 68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05532" h="687929">
                    <a:moveTo>
                      <a:pt x="184600" y="520107"/>
                    </a:moveTo>
                    <a:lnTo>
                      <a:pt x="620929" y="520110"/>
                    </a:lnTo>
                    <a:cubicBezTo>
                      <a:pt x="667269" y="520110"/>
                      <a:pt x="704838" y="557676"/>
                      <a:pt x="704838" y="604019"/>
                    </a:cubicBezTo>
                    <a:cubicBezTo>
                      <a:pt x="704838" y="650360"/>
                      <a:pt x="667269" y="687929"/>
                      <a:pt x="620926" y="687929"/>
                    </a:cubicBezTo>
                    <a:lnTo>
                      <a:pt x="184600" y="687926"/>
                    </a:lnTo>
                    <a:cubicBezTo>
                      <a:pt x="138257" y="687926"/>
                      <a:pt x="100691" y="650360"/>
                      <a:pt x="100691" y="604019"/>
                    </a:cubicBezTo>
                    <a:cubicBezTo>
                      <a:pt x="100691" y="557676"/>
                      <a:pt x="138257" y="520107"/>
                      <a:pt x="184600" y="520107"/>
                    </a:cubicBezTo>
                    <a:close/>
                    <a:moveTo>
                      <a:pt x="117472" y="260053"/>
                    </a:moveTo>
                    <a:lnTo>
                      <a:pt x="688057" y="260053"/>
                    </a:lnTo>
                    <a:cubicBezTo>
                      <a:pt x="734401" y="260053"/>
                      <a:pt x="771967" y="297622"/>
                      <a:pt x="771967" y="343963"/>
                    </a:cubicBezTo>
                    <a:cubicBezTo>
                      <a:pt x="771967" y="390306"/>
                      <a:pt x="734398" y="427875"/>
                      <a:pt x="688057" y="427875"/>
                    </a:cubicBezTo>
                    <a:lnTo>
                      <a:pt x="117472" y="427872"/>
                    </a:lnTo>
                    <a:cubicBezTo>
                      <a:pt x="71132" y="427872"/>
                      <a:pt x="33566" y="390306"/>
                      <a:pt x="33563" y="343963"/>
                    </a:cubicBezTo>
                    <a:cubicBezTo>
                      <a:pt x="33566" y="297622"/>
                      <a:pt x="71132" y="260053"/>
                      <a:pt x="117472" y="260053"/>
                    </a:cubicBezTo>
                    <a:close/>
                    <a:moveTo>
                      <a:pt x="83910" y="0"/>
                    </a:moveTo>
                    <a:lnTo>
                      <a:pt x="721623" y="0"/>
                    </a:lnTo>
                    <a:cubicBezTo>
                      <a:pt x="767963" y="0"/>
                      <a:pt x="805532" y="37569"/>
                      <a:pt x="805532" y="83910"/>
                    </a:cubicBezTo>
                    <a:lnTo>
                      <a:pt x="805529" y="83910"/>
                    </a:lnTo>
                    <a:cubicBezTo>
                      <a:pt x="805529" y="130253"/>
                      <a:pt x="767963" y="167819"/>
                      <a:pt x="721620" y="167819"/>
                    </a:cubicBezTo>
                    <a:lnTo>
                      <a:pt x="83910" y="167819"/>
                    </a:lnTo>
                    <a:cubicBezTo>
                      <a:pt x="37569" y="167819"/>
                      <a:pt x="0" y="130253"/>
                      <a:pt x="0" y="83910"/>
                    </a:cubicBezTo>
                    <a:cubicBezTo>
                      <a:pt x="0" y="37566"/>
                      <a:pt x="37569" y="0"/>
                      <a:pt x="8391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C12866D-7C50-423B-97C6-3A44AEC2FF89}"/>
                  </a:ext>
                </a:extLst>
              </p:cNvPr>
              <p:cNvSpPr/>
              <p:nvPr/>
            </p:nvSpPr>
            <p:spPr>
              <a:xfrm>
                <a:off x="10608146" y="1032479"/>
                <a:ext cx="761035" cy="1312187"/>
              </a:xfrm>
              <a:custGeom>
                <a:avLst/>
                <a:gdLst>
                  <a:gd name="connsiteX0" fmla="*/ 1028878 w 3847556"/>
                  <a:gd name="connsiteY0" fmla="*/ 0 h 6633998"/>
                  <a:gd name="connsiteX1" fmla="*/ 1293726 w 3847556"/>
                  <a:gd name="connsiteY1" fmla="*/ 264865 h 6633998"/>
                  <a:gd name="connsiteX2" fmla="*/ 1293726 w 3847556"/>
                  <a:gd name="connsiteY2" fmla="*/ 664770 h 6633998"/>
                  <a:gd name="connsiteX3" fmla="*/ 1656529 w 3847556"/>
                  <a:gd name="connsiteY3" fmla="*/ 664770 h 6633998"/>
                  <a:gd name="connsiteX4" fmla="*/ 1656545 w 3847556"/>
                  <a:gd name="connsiteY4" fmla="*/ 264865 h 6633998"/>
                  <a:gd name="connsiteX5" fmla="*/ 1921394 w 3847556"/>
                  <a:gd name="connsiteY5" fmla="*/ 0 h 6633998"/>
                  <a:gd name="connsiteX6" fmla="*/ 2186253 w 3847556"/>
                  <a:gd name="connsiteY6" fmla="*/ 264865 h 6633998"/>
                  <a:gd name="connsiteX7" fmla="*/ 2186253 w 3847556"/>
                  <a:gd name="connsiteY7" fmla="*/ 664770 h 6633998"/>
                  <a:gd name="connsiteX8" fmla="*/ 2549056 w 3847556"/>
                  <a:gd name="connsiteY8" fmla="*/ 664770 h 6633998"/>
                  <a:gd name="connsiteX9" fmla="*/ 2549056 w 3847556"/>
                  <a:gd name="connsiteY9" fmla="*/ 264865 h 6633998"/>
                  <a:gd name="connsiteX10" fmla="*/ 2813921 w 3847556"/>
                  <a:gd name="connsiteY10" fmla="*/ 0 h 6633998"/>
                  <a:gd name="connsiteX11" fmla="*/ 3078781 w 3847556"/>
                  <a:gd name="connsiteY11" fmla="*/ 264865 h 6633998"/>
                  <a:gd name="connsiteX12" fmla="*/ 3078764 w 3847556"/>
                  <a:gd name="connsiteY12" fmla="*/ 664770 h 6633998"/>
                  <a:gd name="connsiteX13" fmla="*/ 3512447 w 3847556"/>
                  <a:gd name="connsiteY13" fmla="*/ 664770 h 6633998"/>
                  <a:gd name="connsiteX14" fmla="*/ 3520693 w 3847556"/>
                  <a:gd name="connsiteY14" fmla="*/ 668198 h 6633998"/>
                  <a:gd name="connsiteX15" fmla="*/ 3610357 w 3847556"/>
                  <a:gd name="connsiteY15" fmla="*/ 641623 h 6633998"/>
                  <a:gd name="connsiteX16" fmla="*/ 3846084 w 3847556"/>
                  <a:gd name="connsiteY16" fmla="*/ 932715 h 6633998"/>
                  <a:gd name="connsiteX17" fmla="*/ 3273917 w 3847556"/>
                  <a:gd name="connsiteY17" fmla="*/ 6376417 h 6633998"/>
                  <a:gd name="connsiteX18" fmla="*/ 2982826 w 3847556"/>
                  <a:gd name="connsiteY18" fmla="*/ 6612116 h 6633998"/>
                  <a:gd name="connsiteX19" fmla="*/ 2747105 w 3847556"/>
                  <a:gd name="connsiteY19" fmla="*/ 6321024 h 6633998"/>
                  <a:gd name="connsiteX20" fmla="*/ 3304490 w 3847556"/>
                  <a:gd name="connsiteY20" fmla="*/ 1017914 h 6633998"/>
                  <a:gd name="connsiteX21" fmla="*/ 3078764 w 3847556"/>
                  <a:gd name="connsiteY21" fmla="*/ 1017930 h 6633998"/>
                  <a:gd name="connsiteX22" fmla="*/ 3078764 w 3847556"/>
                  <a:gd name="connsiteY22" fmla="*/ 1417857 h 6633998"/>
                  <a:gd name="connsiteX23" fmla="*/ 2813921 w 3847556"/>
                  <a:gd name="connsiteY23" fmla="*/ 1682700 h 6633998"/>
                  <a:gd name="connsiteX24" fmla="*/ 2549056 w 3847556"/>
                  <a:gd name="connsiteY24" fmla="*/ 1417841 h 6633998"/>
                  <a:gd name="connsiteX25" fmla="*/ 2549056 w 3847556"/>
                  <a:gd name="connsiteY25" fmla="*/ 1017930 h 6633998"/>
                  <a:gd name="connsiteX26" fmla="*/ 2186253 w 3847556"/>
                  <a:gd name="connsiteY26" fmla="*/ 1017930 h 6633998"/>
                  <a:gd name="connsiteX27" fmla="*/ 2186237 w 3847556"/>
                  <a:gd name="connsiteY27" fmla="*/ 1417841 h 6633998"/>
                  <a:gd name="connsiteX28" fmla="*/ 1921394 w 3847556"/>
                  <a:gd name="connsiteY28" fmla="*/ 1682700 h 6633998"/>
                  <a:gd name="connsiteX29" fmla="*/ 1656529 w 3847556"/>
                  <a:gd name="connsiteY29" fmla="*/ 1417841 h 6633998"/>
                  <a:gd name="connsiteX30" fmla="*/ 1656529 w 3847556"/>
                  <a:gd name="connsiteY30" fmla="*/ 1017930 h 6633998"/>
                  <a:gd name="connsiteX31" fmla="*/ 1293726 w 3847556"/>
                  <a:gd name="connsiteY31" fmla="*/ 1017930 h 6633998"/>
                  <a:gd name="connsiteX32" fmla="*/ 1293726 w 3847556"/>
                  <a:gd name="connsiteY32" fmla="*/ 1417841 h 6633998"/>
                  <a:gd name="connsiteX33" fmla="*/ 1216149 w 3847556"/>
                  <a:gd name="connsiteY33" fmla="*/ 1605128 h 6633998"/>
                  <a:gd name="connsiteX34" fmla="*/ 1028872 w 3847556"/>
                  <a:gd name="connsiteY34" fmla="*/ 1682700 h 6633998"/>
                  <a:gd name="connsiteX35" fmla="*/ 841580 w 3847556"/>
                  <a:gd name="connsiteY35" fmla="*/ 1605122 h 6633998"/>
                  <a:gd name="connsiteX36" fmla="*/ 764018 w 3847556"/>
                  <a:gd name="connsiteY36" fmla="*/ 1417841 h 6633998"/>
                  <a:gd name="connsiteX37" fmla="*/ 764018 w 3847556"/>
                  <a:gd name="connsiteY37" fmla="*/ 1017914 h 6633998"/>
                  <a:gd name="connsiteX38" fmla="*/ 539645 w 3847556"/>
                  <a:gd name="connsiteY38" fmla="*/ 1017930 h 6633998"/>
                  <a:gd name="connsiteX39" fmla="*/ 1005791 w 3847556"/>
                  <a:gd name="connsiteY39" fmla="*/ 6346040 h 6633998"/>
                  <a:gd name="connsiteX40" fmla="*/ 765023 w 3847556"/>
                  <a:gd name="connsiteY40" fmla="*/ 6632976 h 6633998"/>
                  <a:gd name="connsiteX41" fmla="*/ 478087 w 3847556"/>
                  <a:gd name="connsiteY41" fmla="*/ 6392208 h 6633998"/>
                  <a:gd name="connsiteX42" fmla="*/ 1023 w 3847556"/>
                  <a:gd name="connsiteY42" fmla="*/ 939358 h 6633998"/>
                  <a:gd name="connsiteX43" fmla="*/ 241807 w 3847556"/>
                  <a:gd name="connsiteY43" fmla="*/ 652422 h 6633998"/>
                  <a:gd name="connsiteX44" fmla="*/ 311187 w 3847556"/>
                  <a:gd name="connsiteY44" fmla="*/ 674309 h 6633998"/>
                  <a:gd name="connsiteX45" fmla="*/ 334193 w 3847556"/>
                  <a:gd name="connsiteY45" fmla="*/ 664770 h 6633998"/>
                  <a:gd name="connsiteX46" fmla="*/ 764018 w 3847556"/>
                  <a:gd name="connsiteY46" fmla="*/ 664770 h 6633998"/>
                  <a:gd name="connsiteX47" fmla="*/ 764018 w 3847556"/>
                  <a:gd name="connsiteY47" fmla="*/ 264865 h 6633998"/>
                  <a:gd name="connsiteX48" fmla="*/ 1028878 w 3847556"/>
                  <a:gd name="connsiteY48" fmla="*/ 0 h 6633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847556" h="6633998">
                    <a:moveTo>
                      <a:pt x="1028878" y="0"/>
                    </a:moveTo>
                    <a:cubicBezTo>
                      <a:pt x="1175157" y="0"/>
                      <a:pt x="1293726" y="118591"/>
                      <a:pt x="1293726" y="264865"/>
                    </a:cubicBezTo>
                    <a:lnTo>
                      <a:pt x="1293726" y="664770"/>
                    </a:lnTo>
                    <a:lnTo>
                      <a:pt x="1656529" y="664770"/>
                    </a:lnTo>
                    <a:lnTo>
                      <a:pt x="1656545" y="264865"/>
                    </a:lnTo>
                    <a:cubicBezTo>
                      <a:pt x="1656529" y="118591"/>
                      <a:pt x="1775115" y="17"/>
                      <a:pt x="1921394" y="0"/>
                    </a:cubicBezTo>
                    <a:cubicBezTo>
                      <a:pt x="2067668" y="17"/>
                      <a:pt x="2186237" y="118591"/>
                      <a:pt x="2186253" y="264865"/>
                    </a:cubicBezTo>
                    <a:lnTo>
                      <a:pt x="2186253" y="664770"/>
                    </a:lnTo>
                    <a:lnTo>
                      <a:pt x="2549056" y="664770"/>
                    </a:lnTo>
                    <a:lnTo>
                      <a:pt x="2549056" y="264865"/>
                    </a:lnTo>
                    <a:cubicBezTo>
                      <a:pt x="2549056" y="118575"/>
                      <a:pt x="2667642" y="0"/>
                      <a:pt x="2813921" y="0"/>
                    </a:cubicBezTo>
                    <a:cubicBezTo>
                      <a:pt x="2960211" y="0"/>
                      <a:pt x="3078781" y="118591"/>
                      <a:pt x="3078781" y="264865"/>
                    </a:cubicBezTo>
                    <a:lnTo>
                      <a:pt x="3078764" y="664770"/>
                    </a:lnTo>
                    <a:lnTo>
                      <a:pt x="3512447" y="664770"/>
                    </a:lnTo>
                    <a:lnTo>
                      <a:pt x="3520693" y="668198"/>
                    </a:lnTo>
                    <a:cubicBezTo>
                      <a:pt x="3545659" y="640863"/>
                      <a:pt x="3577628" y="638174"/>
                      <a:pt x="3610357" y="641623"/>
                    </a:cubicBezTo>
                    <a:cubicBezTo>
                      <a:pt x="3755838" y="656915"/>
                      <a:pt x="3861375" y="787234"/>
                      <a:pt x="3846084" y="932715"/>
                    </a:cubicBezTo>
                    <a:cubicBezTo>
                      <a:pt x="3655380" y="2747282"/>
                      <a:pt x="3464643" y="4561839"/>
                      <a:pt x="3273917" y="6376417"/>
                    </a:cubicBezTo>
                    <a:cubicBezTo>
                      <a:pt x="3258626" y="6521887"/>
                      <a:pt x="3128312" y="6627419"/>
                      <a:pt x="2982826" y="6612116"/>
                    </a:cubicBezTo>
                    <a:cubicBezTo>
                      <a:pt x="2837361" y="6596835"/>
                      <a:pt x="2731824" y="6466505"/>
                      <a:pt x="2747105" y="6321024"/>
                    </a:cubicBezTo>
                    <a:lnTo>
                      <a:pt x="3304490" y="1017914"/>
                    </a:lnTo>
                    <a:lnTo>
                      <a:pt x="3078764" y="1017930"/>
                    </a:lnTo>
                    <a:cubicBezTo>
                      <a:pt x="3078764" y="1151232"/>
                      <a:pt x="3078764" y="1284539"/>
                      <a:pt x="3078764" y="1417857"/>
                    </a:cubicBezTo>
                    <a:cubicBezTo>
                      <a:pt x="3078764" y="1564114"/>
                      <a:pt x="2960195" y="1682700"/>
                      <a:pt x="2813921" y="1682700"/>
                    </a:cubicBezTo>
                    <a:cubicBezTo>
                      <a:pt x="2667631" y="1682700"/>
                      <a:pt x="2549056" y="1564131"/>
                      <a:pt x="2549056" y="1417841"/>
                    </a:cubicBezTo>
                    <a:lnTo>
                      <a:pt x="2549056" y="1017930"/>
                    </a:lnTo>
                    <a:lnTo>
                      <a:pt x="2186253" y="1017930"/>
                    </a:lnTo>
                    <a:cubicBezTo>
                      <a:pt x="2186237" y="1151221"/>
                      <a:pt x="2186237" y="1284555"/>
                      <a:pt x="2186237" y="1417841"/>
                    </a:cubicBezTo>
                    <a:cubicBezTo>
                      <a:pt x="2186237" y="1564131"/>
                      <a:pt x="2067651" y="1682700"/>
                      <a:pt x="1921394" y="1682700"/>
                    </a:cubicBezTo>
                    <a:cubicBezTo>
                      <a:pt x="1775115" y="1682700"/>
                      <a:pt x="1656529" y="1564131"/>
                      <a:pt x="1656529" y="1417841"/>
                    </a:cubicBezTo>
                    <a:lnTo>
                      <a:pt x="1656529" y="1017930"/>
                    </a:lnTo>
                    <a:lnTo>
                      <a:pt x="1293726" y="1017930"/>
                    </a:lnTo>
                    <a:cubicBezTo>
                      <a:pt x="1293710" y="1151221"/>
                      <a:pt x="1293726" y="1284539"/>
                      <a:pt x="1293726" y="1417841"/>
                    </a:cubicBezTo>
                    <a:cubicBezTo>
                      <a:pt x="1293726" y="1490986"/>
                      <a:pt x="1264077" y="1557199"/>
                      <a:pt x="1216149" y="1605128"/>
                    </a:cubicBezTo>
                    <a:lnTo>
                      <a:pt x="1028872" y="1682700"/>
                    </a:lnTo>
                    <a:lnTo>
                      <a:pt x="841580" y="1605122"/>
                    </a:lnTo>
                    <a:cubicBezTo>
                      <a:pt x="793651" y="1557199"/>
                      <a:pt x="764007" y="1490986"/>
                      <a:pt x="764018" y="1417841"/>
                    </a:cubicBezTo>
                    <a:lnTo>
                      <a:pt x="764018" y="1017914"/>
                    </a:lnTo>
                    <a:lnTo>
                      <a:pt x="539645" y="1017930"/>
                    </a:lnTo>
                    <a:cubicBezTo>
                      <a:pt x="695040" y="2793967"/>
                      <a:pt x="850418" y="4570003"/>
                      <a:pt x="1005791" y="6346040"/>
                    </a:cubicBezTo>
                    <a:cubicBezTo>
                      <a:pt x="1018529" y="6491754"/>
                      <a:pt x="910743" y="6620221"/>
                      <a:pt x="765023" y="6632976"/>
                    </a:cubicBezTo>
                    <a:cubicBezTo>
                      <a:pt x="619293" y="6645714"/>
                      <a:pt x="490842" y="6537928"/>
                      <a:pt x="478087" y="6392208"/>
                    </a:cubicBezTo>
                    <a:lnTo>
                      <a:pt x="1023" y="939358"/>
                    </a:lnTo>
                    <a:cubicBezTo>
                      <a:pt x="-11716" y="793639"/>
                      <a:pt x="96076" y="665177"/>
                      <a:pt x="241807" y="652422"/>
                    </a:cubicBezTo>
                    <a:lnTo>
                      <a:pt x="311187" y="674309"/>
                    </a:lnTo>
                    <a:cubicBezTo>
                      <a:pt x="317983" y="665335"/>
                      <a:pt x="326028" y="664770"/>
                      <a:pt x="334193" y="664770"/>
                    </a:cubicBezTo>
                    <a:lnTo>
                      <a:pt x="764018" y="664770"/>
                    </a:lnTo>
                    <a:lnTo>
                      <a:pt x="764018" y="264865"/>
                    </a:lnTo>
                    <a:cubicBezTo>
                      <a:pt x="764018" y="118591"/>
                      <a:pt x="882588" y="0"/>
                      <a:pt x="1028878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1F9EF7-4F87-415C-8160-7E56B60DA9F9}"/>
                </a:ext>
              </a:extLst>
            </p:cNvPr>
            <p:cNvGrpSpPr/>
            <p:nvPr/>
          </p:nvGrpSpPr>
          <p:grpSpPr>
            <a:xfrm>
              <a:off x="0" y="6374086"/>
              <a:ext cx="11401431" cy="237804"/>
              <a:chOff x="0" y="6374086"/>
              <a:chExt cx="11401431" cy="23780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AE59EE2-572E-4B51-AE32-612BBCC09DE1}"/>
                  </a:ext>
                </a:extLst>
              </p:cNvPr>
              <p:cNvSpPr/>
              <p:nvPr/>
            </p:nvSpPr>
            <p:spPr>
              <a:xfrm>
                <a:off x="0" y="6566170"/>
                <a:ext cx="11311128" cy="457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B77414-9E89-4E91-A109-7F250477ACA9}"/>
                  </a:ext>
                </a:extLst>
              </p:cNvPr>
              <p:cNvSpPr/>
              <p:nvPr/>
            </p:nvSpPr>
            <p:spPr>
              <a:xfrm>
                <a:off x="11355711" y="6374086"/>
                <a:ext cx="45720" cy="1554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Block Arc 7">
                <a:extLst>
                  <a:ext uri="{FF2B5EF4-FFF2-40B4-BE49-F238E27FC236}">
                    <a16:creationId xmlns:a16="http://schemas.microsoft.com/office/drawing/2014/main" id="{5F4ACB2E-D9DA-474D-ACD0-6D4C5B5B69E1}"/>
                  </a:ext>
                </a:extLst>
              </p:cNvPr>
              <p:cNvSpPr/>
              <p:nvPr/>
            </p:nvSpPr>
            <p:spPr>
              <a:xfrm>
                <a:off x="11229678" y="6440137"/>
                <a:ext cx="171753" cy="171753"/>
              </a:xfrm>
              <a:prstGeom prst="blockArc">
                <a:avLst>
                  <a:gd name="adj1" fmla="val 21339429"/>
                  <a:gd name="adj2" fmla="val 6091498"/>
                  <a:gd name="adj3" fmla="val 2709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57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254204-7576-4E7F-BCC2-47087CDF8998}"/>
              </a:ext>
            </a:extLst>
          </p:cNvPr>
          <p:cNvSpPr/>
          <p:nvPr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44163C-3BE8-445F-BF4D-6FF683F7A99F}"/>
              </a:ext>
            </a:extLst>
          </p:cNvPr>
          <p:cNvGrpSpPr/>
          <p:nvPr userDrawn="1"/>
        </p:nvGrpSpPr>
        <p:grpSpPr>
          <a:xfrm>
            <a:off x="0" y="5030641"/>
            <a:ext cx="11784650" cy="1581249"/>
            <a:chOff x="0" y="5030641"/>
            <a:chExt cx="11784650" cy="15812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382616-4BAD-46F2-A9B1-3719C195BD07}"/>
                </a:ext>
              </a:extLst>
            </p:cNvPr>
            <p:cNvGrpSpPr/>
            <p:nvPr/>
          </p:nvGrpSpPr>
          <p:grpSpPr>
            <a:xfrm>
              <a:off x="10972494" y="5030641"/>
              <a:ext cx="812156" cy="1343445"/>
              <a:chOff x="10042059" y="85076"/>
              <a:chExt cx="1867634" cy="3089387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F57692B-CB59-4909-9EE5-9842EC389960}"/>
                  </a:ext>
                </a:extLst>
              </p:cNvPr>
              <p:cNvSpPr/>
              <p:nvPr/>
            </p:nvSpPr>
            <p:spPr>
              <a:xfrm rot="16200000" flipH="1">
                <a:off x="9851011" y="276124"/>
                <a:ext cx="2249729" cy="1867634"/>
              </a:xfrm>
              <a:custGeom>
                <a:avLst/>
                <a:gdLst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1734909 w 2254431"/>
                  <a:gd name="connsiteY6" fmla="*/ 1232300 h 1867634"/>
                  <a:gd name="connsiteX7" fmla="*/ 1781182 w 2254431"/>
                  <a:gd name="connsiteY7" fmla="*/ 1232300 h 1867634"/>
                  <a:gd name="connsiteX8" fmla="*/ 1734909 w 2254431"/>
                  <a:gd name="connsiteY8" fmla="*/ 1237163 h 1867634"/>
                  <a:gd name="connsiteX9" fmla="*/ 1734908 w 2254431"/>
                  <a:gd name="connsiteY9" fmla="*/ 633988 h 1867634"/>
                  <a:gd name="connsiteX10" fmla="*/ 2124749 w 2254431"/>
                  <a:gd name="connsiteY10" fmla="*/ 668096 h 1867634"/>
                  <a:gd name="connsiteX11" fmla="*/ 1734908 w 2254431"/>
                  <a:gd name="connsiteY11" fmla="*/ 668096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1734908 w 2254431"/>
                  <a:gd name="connsiteY12" fmla="*/ 668096 h 1867634"/>
                  <a:gd name="connsiteX13" fmla="*/ 2124749 w 2254431"/>
                  <a:gd name="connsiteY13" fmla="*/ 668096 h 1867634"/>
                  <a:gd name="connsiteX14" fmla="*/ 1734908 w 2254431"/>
                  <a:gd name="connsiteY14" fmla="*/ 668096 h 1867634"/>
                  <a:gd name="connsiteX15" fmla="*/ 0 w 2254431"/>
                  <a:gd name="connsiteY15" fmla="*/ 933818 h 1867634"/>
                  <a:gd name="connsiteX16" fmla="*/ 273507 w 2254431"/>
                  <a:gd name="connsiteY16" fmla="*/ 1594126 h 1867634"/>
                  <a:gd name="connsiteX17" fmla="*/ 1594123 w 2254431"/>
                  <a:gd name="connsiteY17" fmla="*/ 1594126 h 1867634"/>
                  <a:gd name="connsiteX18" fmla="*/ 1818102 w 2254431"/>
                  <a:gd name="connsiteY18" fmla="*/ 1370146 h 1867634"/>
                  <a:gd name="connsiteX19" fmla="*/ 2067929 w 2254431"/>
                  <a:gd name="connsiteY19" fmla="*/ 1370150 h 1867634"/>
                  <a:gd name="connsiteX20" fmla="*/ 2249729 w 2254431"/>
                  <a:gd name="connsiteY20" fmla="*/ 1188348 h 1867634"/>
                  <a:gd name="connsiteX21" fmla="*/ 2249729 w 2254431"/>
                  <a:gd name="connsiteY21" fmla="*/ 938520 h 1867634"/>
                  <a:gd name="connsiteX22" fmla="*/ 2254431 w 2254431"/>
                  <a:gd name="connsiteY22" fmla="*/ 933818 h 1867634"/>
                  <a:gd name="connsiteX23" fmla="*/ 2249729 w 2254431"/>
                  <a:gd name="connsiteY23" fmla="*/ 929116 h 1867634"/>
                  <a:gd name="connsiteX24" fmla="*/ 2249729 w 2254431"/>
                  <a:gd name="connsiteY24" fmla="*/ 679292 h 1867634"/>
                  <a:gd name="connsiteX25" fmla="*/ 2067926 w 2254431"/>
                  <a:gd name="connsiteY25" fmla="*/ 497490 h 1867634"/>
                  <a:gd name="connsiteX26" fmla="*/ 1818099 w 2254431"/>
                  <a:gd name="connsiteY26" fmla="*/ 497490 h 1867634"/>
                  <a:gd name="connsiteX27" fmla="*/ 1594123 w 2254431"/>
                  <a:gd name="connsiteY27" fmla="*/ 273510 h 1867634"/>
                  <a:gd name="connsiteX28" fmla="*/ 273507 w 2254431"/>
                  <a:gd name="connsiteY28" fmla="*/ 273510 h 1867634"/>
                  <a:gd name="connsiteX29" fmla="*/ 0 w 2254431"/>
                  <a:gd name="connsiteY29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7163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0 w 2254431"/>
                  <a:gd name="connsiteY11" fmla="*/ 933818 h 1867634"/>
                  <a:gd name="connsiteX12" fmla="*/ 273507 w 2254431"/>
                  <a:gd name="connsiteY12" fmla="*/ 1594126 h 1867634"/>
                  <a:gd name="connsiteX13" fmla="*/ 1594123 w 2254431"/>
                  <a:gd name="connsiteY13" fmla="*/ 1594126 h 1867634"/>
                  <a:gd name="connsiteX14" fmla="*/ 1818102 w 2254431"/>
                  <a:gd name="connsiteY14" fmla="*/ 1370146 h 1867634"/>
                  <a:gd name="connsiteX15" fmla="*/ 2067929 w 2254431"/>
                  <a:gd name="connsiteY15" fmla="*/ 1370150 h 1867634"/>
                  <a:gd name="connsiteX16" fmla="*/ 2249729 w 2254431"/>
                  <a:gd name="connsiteY16" fmla="*/ 1188348 h 1867634"/>
                  <a:gd name="connsiteX17" fmla="*/ 2249729 w 2254431"/>
                  <a:gd name="connsiteY17" fmla="*/ 938520 h 1867634"/>
                  <a:gd name="connsiteX18" fmla="*/ 2254431 w 2254431"/>
                  <a:gd name="connsiteY18" fmla="*/ 933818 h 1867634"/>
                  <a:gd name="connsiteX19" fmla="*/ 2249729 w 2254431"/>
                  <a:gd name="connsiteY19" fmla="*/ 929116 h 1867634"/>
                  <a:gd name="connsiteX20" fmla="*/ 2249729 w 2254431"/>
                  <a:gd name="connsiteY20" fmla="*/ 679292 h 1867634"/>
                  <a:gd name="connsiteX21" fmla="*/ 2067926 w 2254431"/>
                  <a:gd name="connsiteY21" fmla="*/ 497490 h 1867634"/>
                  <a:gd name="connsiteX22" fmla="*/ 1818099 w 2254431"/>
                  <a:gd name="connsiteY22" fmla="*/ 497490 h 1867634"/>
                  <a:gd name="connsiteX23" fmla="*/ 1594123 w 2254431"/>
                  <a:gd name="connsiteY23" fmla="*/ 273510 h 1867634"/>
                  <a:gd name="connsiteX24" fmla="*/ 273507 w 2254431"/>
                  <a:gd name="connsiteY24" fmla="*/ 273510 h 1867634"/>
                  <a:gd name="connsiteX25" fmla="*/ 0 w 2254431"/>
                  <a:gd name="connsiteY25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0 w 2254431"/>
                  <a:gd name="connsiteY8" fmla="*/ 933818 h 1867634"/>
                  <a:gd name="connsiteX9" fmla="*/ 273507 w 2254431"/>
                  <a:gd name="connsiteY9" fmla="*/ 1594126 h 1867634"/>
                  <a:gd name="connsiteX10" fmla="*/ 1594123 w 2254431"/>
                  <a:gd name="connsiteY10" fmla="*/ 1594126 h 1867634"/>
                  <a:gd name="connsiteX11" fmla="*/ 1818102 w 2254431"/>
                  <a:gd name="connsiteY11" fmla="*/ 1370146 h 1867634"/>
                  <a:gd name="connsiteX12" fmla="*/ 2067929 w 2254431"/>
                  <a:gd name="connsiteY12" fmla="*/ 1370150 h 1867634"/>
                  <a:gd name="connsiteX13" fmla="*/ 2249729 w 2254431"/>
                  <a:gd name="connsiteY13" fmla="*/ 1188348 h 1867634"/>
                  <a:gd name="connsiteX14" fmla="*/ 2249729 w 2254431"/>
                  <a:gd name="connsiteY14" fmla="*/ 938520 h 1867634"/>
                  <a:gd name="connsiteX15" fmla="*/ 2254431 w 2254431"/>
                  <a:gd name="connsiteY15" fmla="*/ 933818 h 1867634"/>
                  <a:gd name="connsiteX16" fmla="*/ 2249729 w 2254431"/>
                  <a:gd name="connsiteY16" fmla="*/ 929116 h 1867634"/>
                  <a:gd name="connsiteX17" fmla="*/ 2249729 w 2254431"/>
                  <a:gd name="connsiteY17" fmla="*/ 679292 h 1867634"/>
                  <a:gd name="connsiteX18" fmla="*/ 2067926 w 2254431"/>
                  <a:gd name="connsiteY18" fmla="*/ 497490 h 1867634"/>
                  <a:gd name="connsiteX19" fmla="*/ 1818099 w 2254431"/>
                  <a:gd name="connsiteY19" fmla="*/ 497490 h 1867634"/>
                  <a:gd name="connsiteX20" fmla="*/ 1594123 w 2254431"/>
                  <a:gd name="connsiteY20" fmla="*/ 273510 h 1867634"/>
                  <a:gd name="connsiteX21" fmla="*/ 273507 w 2254431"/>
                  <a:gd name="connsiteY21" fmla="*/ 273510 h 1867634"/>
                  <a:gd name="connsiteX22" fmla="*/ 0 w 2254431"/>
                  <a:gd name="connsiteY22" fmla="*/ 933818 h 1867634"/>
                  <a:gd name="connsiteX0" fmla="*/ 2234976 w 2254431"/>
                  <a:gd name="connsiteY0" fmla="*/ 1140552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2234976 w 2254431"/>
                  <a:gd name="connsiteY6" fmla="*/ 710150 h 1867634"/>
                  <a:gd name="connsiteX7" fmla="*/ 0 w 2254431"/>
                  <a:gd name="connsiteY7" fmla="*/ 933818 h 1867634"/>
                  <a:gd name="connsiteX8" fmla="*/ 273507 w 2254431"/>
                  <a:gd name="connsiteY8" fmla="*/ 1594126 h 1867634"/>
                  <a:gd name="connsiteX9" fmla="*/ 1594123 w 2254431"/>
                  <a:gd name="connsiteY9" fmla="*/ 1594126 h 1867634"/>
                  <a:gd name="connsiteX10" fmla="*/ 1818102 w 2254431"/>
                  <a:gd name="connsiteY10" fmla="*/ 1370146 h 1867634"/>
                  <a:gd name="connsiteX11" fmla="*/ 2067929 w 2254431"/>
                  <a:gd name="connsiteY11" fmla="*/ 1370150 h 1867634"/>
                  <a:gd name="connsiteX12" fmla="*/ 2249729 w 2254431"/>
                  <a:gd name="connsiteY12" fmla="*/ 1188348 h 1867634"/>
                  <a:gd name="connsiteX13" fmla="*/ 2249729 w 2254431"/>
                  <a:gd name="connsiteY13" fmla="*/ 938520 h 1867634"/>
                  <a:gd name="connsiteX14" fmla="*/ 2254431 w 2254431"/>
                  <a:gd name="connsiteY14" fmla="*/ 933818 h 1867634"/>
                  <a:gd name="connsiteX15" fmla="*/ 2249729 w 2254431"/>
                  <a:gd name="connsiteY15" fmla="*/ 929116 h 1867634"/>
                  <a:gd name="connsiteX16" fmla="*/ 2249729 w 2254431"/>
                  <a:gd name="connsiteY16" fmla="*/ 679292 h 1867634"/>
                  <a:gd name="connsiteX17" fmla="*/ 2067926 w 2254431"/>
                  <a:gd name="connsiteY17" fmla="*/ 497490 h 1867634"/>
                  <a:gd name="connsiteX18" fmla="*/ 1818099 w 2254431"/>
                  <a:gd name="connsiteY18" fmla="*/ 497490 h 1867634"/>
                  <a:gd name="connsiteX19" fmla="*/ 1594123 w 2254431"/>
                  <a:gd name="connsiteY19" fmla="*/ 273510 h 1867634"/>
                  <a:gd name="connsiteX20" fmla="*/ 273507 w 2254431"/>
                  <a:gd name="connsiteY20" fmla="*/ 273510 h 1867634"/>
                  <a:gd name="connsiteX21" fmla="*/ 0 w 2254431"/>
                  <a:gd name="connsiteY21" fmla="*/ 933818 h 1867634"/>
                  <a:gd name="connsiteX0" fmla="*/ 2234976 w 2254431"/>
                  <a:gd name="connsiteY0" fmla="*/ 710150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2234976 w 2254431"/>
                  <a:gd name="connsiteY3" fmla="*/ 710150 h 1867634"/>
                  <a:gd name="connsiteX4" fmla="*/ 0 w 2254431"/>
                  <a:gd name="connsiteY4" fmla="*/ 933818 h 1867634"/>
                  <a:gd name="connsiteX5" fmla="*/ 273507 w 2254431"/>
                  <a:gd name="connsiteY5" fmla="*/ 1594126 h 1867634"/>
                  <a:gd name="connsiteX6" fmla="*/ 1594123 w 2254431"/>
                  <a:gd name="connsiteY6" fmla="*/ 1594126 h 1867634"/>
                  <a:gd name="connsiteX7" fmla="*/ 1818102 w 2254431"/>
                  <a:gd name="connsiteY7" fmla="*/ 1370146 h 1867634"/>
                  <a:gd name="connsiteX8" fmla="*/ 2067929 w 2254431"/>
                  <a:gd name="connsiteY8" fmla="*/ 1370150 h 1867634"/>
                  <a:gd name="connsiteX9" fmla="*/ 2249729 w 2254431"/>
                  <a:gd name="connsiteY9" fmla="*/ 1188348 h 1867634"/>
                  <a:gd name="connsiteX10" fmla="*/ 2249729 w 2254431"/>
                  <a:gd name="connsiteY10" fmla="*/ 938520 h 1867634"/>
                  <a:gd name="connsiteX11" fmla="*/ 2254431 w 2254431"/>
                  <a:gd name="connsiteY11" fmla="*/ 933818 h 1867634"/>
                  <a:gd name="connsiteX12" fmla="*/ 2249729 w 2254431"/>
                  <a:gd name="connsiteY12" fmla="*/ 929116 h 1867634"/>
                  <a:gd name="connsiteX13" fmla="*/ 2249729 w 2254431"/>
                  <a:gd name="connsiteY13" fmla="*/ 679292 h 1867634"/>
                  <a:gd name="connsiteX14" fmla="*/ 2067926 w 2254431"/>
                  <a:gd name="connsiteY14" fmla="*/ 497490 h 1867634"/>
                  <a:gd name="connsiteX15" fmla="*/ 1818099 w 2254431"/>
                  <a:gd name="connsiteY15" fmla="*/ 497490 h 1867634"/>
                  <a:gd name="connsiteX16" fmla="*/ 1594123 w 2254431"/>
                  <a:gd name="connsiteY16" fmla="*/ 273510 h 1867634"/>
                  <a:gd name="connsiteX17" fmla="*/ 273507 w 2254431"/>
                  <a:gd name="connsiteY17" fmla="*/ 273510 h 1867634"/>
                  <a:gd name="connsiteX18" fmla="*/ 0 w 2254431"/>
                  <a:gd name="connsiteY18" fmla="*/ 933818 h 1867634"/>
                  <a:gd name="connsiteX0" fmla="*/ 2234976 w 2254431"/>
                  <a:gd name="connsiteY0" fmla="*/ 737448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0 w 2254431"/>
                  <a:gd name="connsiteY3" fmla="*/ 933818 h 1867634"/>
                  <a:gd name="connsiteX4" fmla="*/ 273507 w 2254431"/>
                  <a:gd name="connsiteY4" fmla="*/ 1594126 h 1867634"/>
                  <a:gd name="connsiteX5" fmla="*/ 1594123 w 2254431"/>
                  <a:gd name="connsiteY5" fmla="*/ 1594126 h 1867634"/>
                  <a:gd name="connsiteX6" fmla="*/ 1818102 w 2254431"/>
                  <a:gd name="connsiteY6" fmla="*/ 1370146 h 1867634"/>
                  <a:gd name="connsiteX7" fmla="*/ 2067929 w 2254431"/>
                  <a:gd name="connsiteY7" fmla="*/ 1370150 h 1867634"/>
                  <a:gd name="connsiteX8" fmla="*/ 2249729 w 2254431"/>
                  <a:gd name="connsiteY8" fmla="*/ 1188348 h 1867634"/>
                  <a:gd name="connsiteX9" fmla="*/ 2249729 w 2254431"/>
                  <a:gd name="connsiteY9" fmla="*/ 938520 h 1867634"/>
                  <a:gd name="connsiteX10" fmla="*/ 2254431 w 2254431"/>
                  <a:gd name="connsiteY10" fmla="*/ 933818 h 1867634"/>
                  <a:gd name="connsiteX11" fmla="*/ 2249729 w 2254431"/>
                  <a:gd name="connsiteY11" fmla="*/ 929116 h 1867634"/>
                  <a:gd name="connsiteX12" fmla="*/ 2249729 w 2254431"/>
                  <a:gd name="connsiteY12" fmla="*/ 679292 h 1867634"/>
                  <a:gd name="connsiteX13" fmla="*/ 2067926 w 2254431"/>
                  <a:gd name="connsiteY13" fmla="*/ 497490 h 1867634"/>
                  <a:gd name="connsiteX14" fmla="*/ 1818099 w 2254431"/>
                  <a:gd name="connsiteY14" fmla="*/ 497490 h 1867634"/>
                  <a:gd name="connsiteX15" fmla="*/ 1594123 w 2254431"/>
                  <a:gd name="connsiteY15" fmla="*/ 273510 h 1867634"/>
                  <a:gd name="connsiteX16" fmla="*/ 273507 w 2254431"/>
                  <a:gd name="connsiteY16" fmla="*/ 273510 h 1867634"/>
                  <a:gd name="connsiteX17" fmla="*/ 0 w 2254431"/>
                  <a:gd name="connsiteY17" fmla="*/ 933818 h 1867634"/>
                  <a:gd name="connsiteX0" fmla="*/ 0 w 2254431"/>
                  <a:gd name="connsiteY0" fmla="*/ 933818 h 1867634"/>
                  <a:gd name="connsiteX1" fmla="*/ 273507 w 2254431"/>
                  <a:gd name="connsiteY1" fmla="*/ 1594126 h 1867634"/>
                  <a:gd name="connsiteX2" fmla="*/ 1594123 w 2254431"/>
                  <a:gd name="connsiteY2" fmla="*/ 1594126 h 1867634"/>
                  <a:gd name="connsiteX3" fmla="*/ 1818102 w 2254431"/>
                  <a:gd name="connsiteY3" fmla="*/ 1370146 h 1867634"/>
                  <a:gd name="connsiteX4" fmla="*/ 2067929 w 2254431"/>
                  <a:gd name="connsiteY4" fmla="*/ 1370150 h 1867634"/>
                  <a:gd name="connsiteX5" fmla="*/ 2249729 w 2254431"/>
                  <a:gd name="connsiteY5" fmla="*/ 1188348 h 1867634"/>
                  <a:gd name="connsiteX6" fmla="*/ 2249729 w 2254431"/>
                  <a:gd name="connsiteY6" fmla="*/ 938520 h 1867634"/>
                  <a:gd name="connsiteX7" fmla="*/ 2254431 w 2254431"/>
                  <a:gd name="connsiteY7" fmla="*/ 933818 h 1867634"/>
                  <a:gd name="connsiteX8" fmla="*/ 2249729 w 2254431"/>
                  <a:gd name="connsiteY8" fmla="*/ 929116 h 1867634"/>
                  <a:gd name="connsiteX9" fmla="*/ 2249729 w 2254431"/>
                  <a:gd name="connsiteY9" fmla="*/ 679292 h 1867634"/>
                  <a:gd name="connsiteX10" fmla="*/ 2067926 w 2254431"/>
                  <a:gd name="connsiteY10" fmla="*/ 497490 h 1867634"/>
                  <a:gd name="connsiteX11" fmla="*/ 1818099 w 2254431"/>
                  <a:gd name="connsiteY11" fmla="*/ 497490 h 1867634"/>
                  <a:gd name="connsiteX12" fmla="*/ 1594123 w 2254431"/>
                  <a:gd name="connsiteY12" fmla="*/ 273510 h 1867634"/>
                  <a:gd name="connsiteX13" fmla="*/ 273507 w 2254431"/>
                  <a:gd name="connsiteY13" fmla="*/ 273510 h 1867634"/>
                  <a:gd name="connsiteX14" fmla="*/ 0 w 2254431"/>
                  <a:gd name="connsiteY14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38520 h 1867634"/>
                  <a:gd name="connsiteX7" fmla="*/ 2249729 w 2249729"/>
                  <a:gd name="connsiteY7" fmla="*/ 929116 h 1867634"/>
                  <a:gd name="connsiteX8" fmla="*/ 2249729 w 2249729"/>
                  <a:gd name="connsiteY8" fmla="*/ 679292 h 1867634"/>
                  <a:gd name="connsiteX9" fmla="*/ 2067926 w 2249729"/>
                  <a:gd name="connsiteY9" fmla="*/ 497490 h 1867634"/>
                  <a:gd name="connsiteX10" fmla="*/ 1818099 w 2249729"/>
                  <a:gd name="connsiteY10" fmla="*/ 497490 h 1867634"/>
                  <a:gd name="connsiteX11" fmla="*/ 1594123 w 2249729"/>
                  <a:gd name="connsiteY11" fmla="*/ 273510 h 1867634"/>
                  <a:gd name="connsiteX12" fmla="*/ 273507 w 2249729"/>
                  <a:gd name="connsiteY12" fmla="*/ 273510 h 1867634"/>
                  <a:gd name="connsiteX13" fmla="*/ 0 w 2249729"/>
                  <a:gd name="connsiteY13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29116 h 1867634"/>
                  <a:gd name="connsiteX7" fmla="*/ 2249729 w 2249729"/>
                  <a:gd name="connsiteY7" fmla="*/ 679292 h 1867634"/>
                  <a:gd name="connsiteX8" fmla="*/ 2067926 w 2249729"/>
                  <a:gd name="connsiteY8" fmla="*/ 497490 h 1867634"/>
                  <a:gd name="connsiteX9" fmla="*/ 1818099 w 2249729"/>
                  <a:gd name="connsiteY9" fmla="*/ 497490 h 1867634"/>
                  <a:gd name="connsiteX10" fmla="*/ 1594123 w 2249729"/>
                  <a:gd name="connsiteY10" fmla="*/ 273510 h 1867634"/>
                  <a:gd name="connsiteX11" fmla="*/ 273507 w 2249729"/>
                  <a:gd name="connsiteY11" fmla="*/ 273510 h 1867634"/>
                  <a:gd name="connsiteX12" fmla="*/ 0 w 2249729"/>
                  <a:gd name="connsiteY12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679292 h 1867634"/>
                  <a:gd name="connsiteX7" fmla="*/ 2067926 w 2249729"/>
                  <a:gd name="connsiteY7" fmla="*/ 497490 h 1867634"/>
                  <a:gd name="connsiteX8" fmla="*/ 1818099 w 2249729"/>
                  <a:gd name="connsiteY8" fmla="*/ 497490 h 1867634"/>
                  <a:gd name="connsiteX9" fmla="*/ 1594123 w 2249729"/>
                  <a:gd name="connsiteY9" fmla="*/ 273510 h 1867634"/>
                  <a:gd name="connsiteX10" fmla="*/ 273507 w 2249729"/>
                  <a:gd name="connsiteY10" fmla="*/ 273510 h 1867634"/>
                  <a:gd name="connsiteX11" fmla="*/ 0 w 2249729"/>
                  <a:gd name="connsiteY11" fmla="*/ 933818 h 186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49729" h="1867634">
                    <a:moveTo>
                      <a:pt x="0" y="933818"/>
                    </a:moveTo>
                    <a:cubicBezTo>
                      <a:pt x="0" y="1172804"/>
                      <a:pt x="91169" y="1411786"/>
                      <a:pt x="273507" y="1594126"/>
                    </a:cubicBezTo>
                    <a:cubicBezTo>
                      <a:pt x="638186" y="1958804"/>
                      <a:pt x="1229447" y="1958804"/>
                      <a:pt x="1594123" y="1594126"/>
                    </a:cubicBezTo>
                    <a:lnTo>
                      <a:pt x="1818102" y="1370146"/>
                    </a:lnTo>
                    <a:lnTo>
                      <a:pt x="2067929" y="1370150"/>
                    </a:lnTo>
                    <a:cubicBezTo>
                      <a:pt x="2168336" y="1370146"/>
                      <a:pt x="2249729" y="1288752"/>
                      <a:pt x="2249729" y="1188348"/>
                    </a:cubicBezTo>
                    <a:lnTo>
                      <a:pt x="2249729" y="679292"/>
                    </a:lnTo>
                    <a:cubicBezTo>
                      <a:pt x="2249729" y="578884"/>
                      <a:pt x="2168334" y="497490"/>
                      <a:pt x="2067926" y="497490"/>
                    </a:cubicBezTo>
                    <a:lnTo>
                      <a:pt x="1818099" y="497490"/>
                    </a:lnTo>
                    <a:lnTo>
                      <a:pt x="1594123" y="273510"/>
                    </a:lnTo>
                    <a:cubicBezTo>
                      <a:pt x="1229444" y="-91169"/>
                      <a:pt x="638186" y="-91169"/>
                      <a:pt x="273507" y="273510"/>
                    </a:cubicBezTo>
                    <a:cubicBezTo>
                      <a:pt x="91169" y="455848"/>
                      <a:pt x="0" y="694834"/>
                      <a:pt x="0" y="933818"/>
                    </a:cubicBez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DBEC21B-8490-4613-893F-081AAB39C3FB}"/>
                  </a:ext>
                </a:extLst>
              </p:cNvPr>
              <p:cNvSpPr/>
              <p:nvPr/>
            </p:nvSpPr>
            <p:spPr>
              <a:xfrm>
                <a:off x="10573107" y="2486534"/>
                <a:ext cx="805533" cy="687929"/>
              </a:xfrm>
              <a:custGeom>
                <a:avLst/>
                <a:gdLst>
                  <a:gd name="connsiteX0" fmla="*/ 184600 w 805532"/>
                  <a:gd name="connsiteY0" fmla="*/ 520107 h 687929"/>
                  <a:gd name="connsiteX1" fmla="*/ 620929 w 805532"/>
                  <a:gd name="connsiteY1" fmla="*/ 520110 h 687929"/>
                  <a:gd name="connsiteX2" fmla="*/ 704838 w 805532"/>
                  <a:gd name="connsiteY2" fmla="*/ 604019 h 687929"/>
                  <a:gd name="connsiteX3" fmla="*/ 620926 w 805532"/>
                  <a:gd name="connsiteY3" fmla="*/ 687929 h 687929"/>
                  <a:gd name="connsiteX4" fmla="*/ 184600 w 805532"/>
                  <a:gd name="connsiteY4" fmla="*/ 687926 h 687929"/>
                  <a:gd name="connsiteX5" fmla="*/ 100691 w 805532"/>
                  <a:gd name="connsiteY5" fmla="*/ 604019 h 687929"/>
                  <a:gd name="connsiteX6" fmla="*/ 184600 w 805532"/>
                  <a:gd name="connsiteY6" fmla="*/ 520107 h 687929"/>
                  <a:gd name="connsiteX7" fmla="*/ 117472 w 805532"/>
                  <a:gd name="connsiteY7" fmla="*/ 260053 h 687929"/>
                  <a:gd name="connsiteX8" fmla="*/ 688057 w 805532"/>
                  <a:gd name="connsiteY8" fmla="*/ 260053 h 687929"/>
                  <a:gd name="connsiteX9" fmla="*/ 771967 w 805532"/>
                  <a:gd name="connsiteY9" fmla="*/ 343963 h 687929"/>
                  <a:gd name="connsiteX10" fmla="*/ 688057 w 805532"/>
                  <a:gd name="connsiteY10" fmla="*/ 427875 h 687929"/>
                  <a:gd name="connsiteX11" fmla="*/ 117472 w 805532"/>
                  <a:gd name="connsiteY11" fmla="*/ 427872 h 687929"/>
                  <a:gd name="connsiteX12" fmla="*/ 33563 w 805532"/>
                  <a:gd name="connsiteY12" fmla="*/ 343963 h 687929"/>
                  <a:gd name="connsiteX13" fmla="*/ 117472 w 805532"/>
                  <a:gd name="connsiteY13" fmla="*/ 260053 h 687929"/>
                  <a:gd name="connsiteX14" fmla="*/ 83910 w 805532"/>
                  <a:gd name="connsiteY14" fmla="*/ 0 h 687929"/>
                  <a:gd name="connsiteX15" fmla="*/ 721623 w 805532"/>
                  <a:gd name="connsiteY15" fmla="*/ 0 h 687929"/>
                  <a:gd name="connsiteX16" fmla="*/ 805532 w 805532"/>
                  <a:gd name="connsiteY16" fmla="*/ 83910 h 687929"/>
                  <a:gd name="connsiteX17" fmla="*/ 805529 w 805532"/>
                  <a:gd name="connsiteY17" fmla="*/ 83910 h 687929"/>
                  <a:gd name="connsiteX18" fmla="*/ 721620 w 805532"/>
                  <a:gd name="connsiteY18" fmla="*/ 167819 h 687929"/>
                  <a:gd name="connsiteX19" fmla="*/ 83910 w 805532"/>
                  <a:gd name="connsiteY19" fmla="*/ 167819 h 687929"/>
                  <a:gd name="connsiteX20" fmla="*/ 0 w 805532"/>
                  <a:gd name="connsiteY20" fmla="*/ 83910 h 687929"/>
                  <a:gd name="connsiteX21" fmla="*/ 83910 w 805532"/>
                  <a:gd name="connsiteY21" fmla="*/ 0 h 68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05532" h="687929">
                    <a:moveTo>
                      <a:pt x="184600" y="520107"/>
                    </a:moveTo>
                    <a:lnTo>
                      <a:pt x="620929" y="520110"/>
                    </a:lnTo>
                    <a:cubicBezTo>
                      <a:pt x="667269" y="520110"/>
                      <a:pt x="704838" y="557676"/>
                      <a:pt x="704838" y="604019"/>
                    </a:cubicBezTo>
                    <a:cubicBezTo>
                      <a:pt x="704838" y="650360"/>
                      <a:pt x="667269" y="687929"/>
                      <a:pt x="620926" y="687929"/>
                    </a:cubicBezTo>
                    <a:lnTo>
                      <a:pt x="184600" y="687926"/>
                    </a:lnTo>
                    <a:cubicBezTo>
                      <a:pt x="138257" y="687926"/>
                      <a:pt x="100691" y="650360"/>
                      <a:pt x="100691" y="604019"/>
                    </a:cubicBezTo>
                    <a:cubicBezTo>
                      <a:pt x="100691" y="557676"/>
                      <a:pt x="138257" y="520107"/>
                      <a:pt x="184600" y="520107"/>
                    </a:cubicBezTo>
                    <a:close/>
                    <a:moveTo>
                      <a:pt x="117472" y="260053"/>
                    </a:moveTo>
                    <a:lnTo>
                      <a:pt x="688057" y="260053"/>
                    </a:lnTo>
                    <a:cubicBezTo>
                      <a:pt x="734401" y="260053"/>
                      <a:pt x="771967" y="297622"/>
                      <a:pt x="771967" y="343963"/>
                    </a:cubicBezTo>
                    <a:cubicBezTo>
                      <a:pt x="771967" y="390306"/>
                      <a:pt x="734398" y="427875"/>
                      <a:pt x="688057" y="427875"/>
                    </a:cubicBezTo>
                    <a:lnTo>
                      <a:pt x="117472" y="427872"/>
                    </a:lnTo>
                    <a:cubicBezTo>
                      <a:pt x="71132" y="427872"/>
                      <a:pt x="33566" y="390306"/>
                      <a:pt x="33563" y="343963"/>
                    </a:cubicBezTo>
                    <a:cubicBezTo>
                      <a:pt x="33566" y="297622"/>
                      <a:pt x="71132" y="260053"/>
                      <a:pt x="117472" y="260053"/>
                    </a:cubicBezTo>
                    <a:close/>
                    <a:moveTo>
                      <a:pt x="83910" y="0"/>
                    </a:moveTo>
                    <a:lnTo>
                      <a:pt x="721623" y="0"/>
                    </a:lnTo>
                    <a:cubicBezTo>
                      <a:pt x="767963" y="0"/>
                      <a:pt x="805532" y="37569"/>
                      <a:pt x="805532" y="83910"/>
                    </a:cubicBezTo>
                    <a:lnTo>
                      <a:pt x="805529" y="83910"/>
                    </a:lnTo>
                    <a:cubicBezTo>
                      <a:pt x="805529" y="130253"/>
                      <a:pt x="767963" y="167819"/>
                      <a:pt x="721620" y="167819"/>
                    </a:cubicBezTo>
                    <a:lnTo>
                      <a:pt x="83910" y="167819"/>
                    </a:lnTo>
                    <a:cubicBezTo>
                      <a:pt x="37569" y="167819"/>
                      <a:pt x="0" y="130253"/>
                      <a:pt x="0" y="83910"/>
                    </a:cubicBezTo>
                    <a:cubicBezTo>
                      <a:pt x="0" y="37566"/>
                      <a:pt x="37569" y="0"/>
                      <a:pt x="8391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C12866D-7C50-423B-97C6-3A44AEC2FF89}"/>
                  </a:ext>
                </a:extLst>
              </p:cNvPr>
              <p:cNvSpPr/>
              <p:nvPr/>
            </p:nvSpPr>
            <p:spPr>
              <a:xfrm>
                <a:off x="10608146" y="1032479"/>
                <a:ext cx="761035" cy="1312187"/>
              </a:xfrm>
              <a:custGeom>
                <a:avLst/>
                <a:gdLst>
                  <a:gd name="connsiteX0" fmla="*/ 1028878 w 3847556"/>
                  <a:gd name="connsiteY0" fmla="*/ 0 h 6633998"/>
                  <a:gd name="connsiteX1" fmla="*/ 1293726 w 3847556"/>
                  <a:gd name="connsiteY1" fmla="*/ 264865 h 6633998"/>
                  <a:gd name="connsiteX2" fmla="*/ 1293726 w 3847556"/>
                  <a:gd name="connsiteY2" fmla="*/ 664770 h 6633998"/>
                  <a:gd name="connsiteX3" fmla="*/ 1656529 w 3847556"/>
                  <a:gd name="connsiteY3" fmla="*/ 664770 h 6633998"/>
                  <a:gd name="connsiteX4" fmla="*/ 1656545 w 3847556"/>
                  <a:gd name="connsiteY4" fmla="*/ 264865 h 6633998"/>
                  <a:gd name="connsiteX5" fmla="*/ 1921394 w 3847556"/>
                  <a:gd name="connsiteY5" fmla="*/ 0 h 6633998"/>
                  <a:gd name="connsiteX6" fmla="*/ 2186253 w 3847556"/>
                  <a:gd name="connsiteY6" fmla="*/ 264865 h 6633998"/>
                  <a:gd name="connsiteX7" fmla="*/ 2186253 w 3847556"/>
                  <a:gd name="connsiteY7" fmla="*/ 664770 h 6633998"/>
                  <a:gd name="connsiteX8" fmla="*/ 2549056 w 3847556"/>
                  <a:gd name="connsiteY8" fmla="*/ 664770 h 6633998"/>
                  <a:gd name="connsiteX9" fmla="*/ 2549056 w 3847556"/>
                  <a:gd name="connsiteY9" fmla="*/ 264865 h 6633998"/>
                  <a:gd name="connsiteX10" fmla="*/ 2813921 w 3847556"/>
                  <a:gd name="connsiteY10" fmla="*/ 0 h 6633998"/>
                  <a:gd name="connsiteX11" fmla="*/ 3078781 w 3847556"/>
                  <a:gd name="connsiteY11" fmla="*/ 264865 h 6633998"/>
                  <a:gd name="connsiteX12" fmla="*/ 3078764 w 3847556"/>
                  <a:gd name="connsiteY12" fmla="*/ 664770 h 6633998"/>
                  <a:gd name="connsiteX13" fmla="*/ 3512447 w 3847556"/>
                  <a:gd name="connsiteY13" fmla="*/ 664770 h 6633998"/>
                  <a:gd name="connsiteX14" fmla="*/ 3520693 w 3847556"/>
                  <a:gd name="connsiteY14" fmla="*/ 668198 h 6633998"/>
                  <a:gd name="connsiteX15" fmla="*/ 3610357 w 3847556"/>
                  <a:gd name="connsiteY15" fmla="*/ 641623 h 6633998"/>
                  <a:gd name="connsiteX16" fmla="*/ 3846084 w 3847556"/>
                  <a:gd name="connsiteY16" fmla="*/ 932715 h 6633998"/>
                  <a:gd name="connsiteX17" fmla="*/ 3273917 w 3847556"/>
                  <a:gd name="connsiteY17" fmla="*/ 6376417 h 6633998"/>
                  <a:gd name="connsiteX18" fmla="*/ 2982826 w 3847556"/>
                  <a:gd name="connsiteY18" fmla="*/ 6612116 h 6633998"/>
                  <a:gd name="connsiteX19" fmla="*/ 2747105 w 3847556"/>
                  <a:gd name="connsiteY19" fmla="*/ 6321024 h 6633998"/>
                  <a:gd name="connsiteX20" fmla="*/ 3304490 w 3847556"/>
                  <a:gd name="connsiteY20" fmla="*/ 1017914 h 6633998"/>
                  <a:gd name="connsiteX21" fmla="*/ 3078764 w 3847556"/>
                  <a:gd name="connsiteY21" fmla="*/ 1017930 h 6633998"/>
                  <a:gd name="connsiteX22" fmla="*/ 3078764 w 3847556"/>
                  <a:gd name="connsiteY22" fmla="*/ 1417857 h 6633998"/>
                  <a:gd name="connsiteX23" fmla="*/ 2813921 w 3847556"/>
                  <a:gd name="connsiteY23" fmla="*/ 1682700 h 6633998"/>
                  <a:gd name="connsiteX24" fmla="*/ 2549056 w 3847556"/>
                  <a:gd name="connsiteY24" fmla="*/ 1417841 h 6633998"/>
                  <a:gd name="connsiteX25" fmla="*/ 2549056 w 3847556"/>
                  <a:gd name="connsiteY25" fmla="*/ 1017930 h 6633998"/>
                  <a:gd name="connsiteX26" fmla="*/ 2186253 w 3847556"/>
                  <a:gd name="connsiteY26" fmla="*/ 1017930 h 6633998"/>
                  <a:gd name="connsiteX27" fmla="*/ 2186237 w 3847556"/>
                  <a:gd name="connsiteY27" fmla="*/ 1417841 h 6633998"/>
                  <a:gd name="connsiteX28" fmla="*/ 1921394 w 3847556"/>
                  <a:gd name="connsiteY28" fmla="*/ 1682700 h 6633998"/>
                  <a:gd name="connsiteX29" fmla="*/ 1656529 w 3847556"/>
                  <a:gd name="connsiteY29" fmla="*/ 1417841 h 6633998"/>
                  <a:gd name="connsiteX30" fmla="*/ 1656529 w 3847556"/>
                  <a:gd name="connsiteY30" fmla="*/ 1017930 h 6633998"/>
                  <a:gd name="connsiteX31" fmla="*/ 1293726 w 3847556"/>
                  <a:gd name="connsiteY31" fmla="*/ 1017930 h 6633998"/>
                  <a:gd name="connsiteX32" fmla="*/ 1293726 w 3847556"/>
                  <a:gd name="connsiteY32" fmla="*/ 1417841 h 6633998"/>
                  <a:gd name="connsiteX33" fmla="*/ 1216149 w 3847556"/>
                  <a:gd name="connsiteY33" fmla="*/ 1605128 h 6633998"/>
                  <a:gd name="connsiteX34" fmla="*/ 1028872 w 3847556"/>
                  <a:gd name="connsiteY34" fmla="*/ 1682700 h 6633998"/>
                  <a:gd name="connsiteX35" fmla="*/ 841580 w 3847556"/>
                  <a:gd name="connsiteY35" fmla="*/ 1605122 h 6633998"/>
                  <a:gd name="connsiteX36" fmla="*/ 764018 w 3847556"/>
                  <a:gd name="connsiteY36" fmla="*/ 1417841 h 6633998"/>
                  <a:gd name="connsiteX37" fmla="*/ 764018 w 3847556"/>
                  <a:gd name="connsiteY37" fmla="*/ 1017914 h 6633998"/>
                  <a:gd name="connsiteX38" fmla="*/ 539645 w 3847556"/>
                  <a:gd name="connsiteY38" fmla="*/ 1017930 h 6633998"/>
                  <a:gd name="connsiteX39" fmla="*/ 1005791 w 3847556"/>
                  <a:gd name="connsiteY39" fmla="*/ 6346040 h 6633998"/>
                  <a:gd name="connsiteX40" fmla="*/ 765023 w 3847556"/>
                  <a:gd name="connsiteY40" fmla="*/ 6632976 h 6633998"/>
                  <a:gd name="connsiteX41" fmla="*/ 478087 w 3847556"/>
                  <a:gd name="connsiteY41" fmla="*/ 6392208 h 6633998"/>
                  <a:gd name="connsiteX42" fmla="*/ 1023 w 3847556"/>
                  <a:gd name="connsiteY42" fmla="*/ 939358 h 6633998"/>
                  <a:gd name="connsiteX43" fmla="*/ 241807 w 3847556"/>
                  <a:gd name="connsiteY43" fmla="*/ 652422 h 6633998"/>
                  <a:gd name="connsiteX44" fmla="*/ 311187 w 3847556"/>
                  <a:gd name="connsiteY44" fmla="*/ 674309 h 6633998"/>
                  <a:gd name="connsiteX45" fmla="*/ 334193 w 3847556"/>
                  <a:gd name="connsiteY45" fmla="*/ 664770 h 6633998"/>
                  <a:gd name="connsiteX46" fmla="*/ 764018 w 3847556"/>
                  <a:gd name="connsiteY46" fmla="*/ 664770 h 6633998"/>
                  <a:gd name="connsiteX47" fmla="*/ 764018 w 3847556"/>
                  <a:gd name="connsiteY47" fmla="*/ 264865 h 6633998"/>
                  <a:gd name="connsiteX48" fmla="*/ 1028878 w 3847556"/>
                  <a:gd name="connsiteY48" fmla="*/ 0 h 6633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847556" h="6633998">
                    <a:moveTo>
                      <a:pt x="1028878" y="0"/>
                    </a:moveTo>
                    <a:cubicBezTo>
                      <a:pt x="1175157" y="0"/>
                      <a:pt x="1293726" y="118591"/>
                      <a:pt x="1293726" y="264865"/>
                    </a:cubicBezTo>
                    <a:lnTo>
                      <a:pt x="1293726" y="664770"/>
                    </a:lnTo>
                    <a:lnTo>
                      <a:pt x="1656529" y="664770"/>
                    </a:lnTo>
                    <a:lnTo>
                      <a:pt x="1656545" y="264865"/>
                    </a:lnTo>
                    <a:cubicBezTo>
                      <a:pt x="1656529" y="118591"/>
                      <a:pt x="1775115" y="17"/>
                      <a:pt x="1921394" y="0"/>
                    </a:cubicBezTo>
                    <a:cubicBezTo>
                      <a:pt x="2067668" y="17"/>
                      <a:pt x="2186237" y="118591"/>
                      <a:pt x="2186253" y="264865"/>
                    </a:cubicBezTo>
                    <a:lnTo>
                      <a:pt x="2186253" y="664770"/>
                    </a:lnTo>
                    <a:lnTo>
                      <a:pt x="2549056" y="664770"/>
                    </a:lnTo>
                    <a:lnTo>
                      <a:pt x="2549056" y="264865"/>
                    </a:lnTo>
                    <a:cubicBezTo>
                      <a:pt x="2549056" y="118575"/>
                      <a:pt x="2667642" y="0"/>
                      <a:pt x="2813921" y="0"/>
                    </a:cubicBezTo>
                    <a:cubicBezTo>
                      <a:pt x="2960211" y="0"/>
                      <a:pt x="3078781" y="118591"/>
                      <a:pt x="3078781" y="264865"/>
                    </a:cubicBezTo>
                    <a:lnTo>
                      <a:pt x="3078764" y="664770"/>
                    </a:lnTo>
                    <a:lnTo>
                      <a:pt x="3512447" y="664770"/>
                    </a:lnTo>
                    <a:lnTo>
                      <a:pt x="3520693" y="668198"/>
                    </a:lnTo>
                    <a:cubicBezTo>
                      <a:pt x="3545659" y="640863"/>
                      <a:pt x="3577628" y="638174"/>
                      <a:pt x="3610357" y="641623"/>
                    </a:cubicBezTo>
                    <a:cubicBezTo>
                      <a:pt x="3755838" y="656915"/>
                      <a:pt x="3861375" y="787234"/>
                      <a:pt x="3846084" y="932715"/>
                    </a:cubicBezTo>
                    <a:cubicBezTo>
                      <a:pt x="3655380" y="2747282"/>
                      <a:pt x="3464643" y="4561839"/>
                      <a:pt x="3273917" y="6376417"/>
                    </a:cubicBezTo>
                    <a:cubicBezTo>
                      <a:pt x="3258626" y="6521887"/>
                      <a:pt x="3128312" y="6627419"/>
                      <a:pt x="2982826" y="6612116"/>
                    </a:cubicBezTo>
                    <a:cubicBezTo>
                      <a:pt x="2837361" y="6596835"/>
                      <a:pt x="2731824" y="6466505"/>
                      <a:pt x="2747105" y="6321024"/>
                    </a:cubicBezTo>
                    <a:lnTo>
                      <a:pt x="3304490" y="1017914"/>
                    </a:lnTo>
                    <a:lnTo>
                      <a:pt x="3078764" y="1017930"/>
                    </a:lnTo>
                    <a:cubicBezTo>
                      <a:pt x="3078764" y="1151232"/>
                      <a:pt x="3078764" y="1284539"/>
                      <a:pt x="3078764" y="1417857"/>
                    </a:cubicBezTo>
                    <a:cubicBezTo>
                      <a:pt x="3078764" y="1564114"/>
                      <a:pt x="2960195" y="1682700"/>
                      <a:pt x="2813921" y="1682700"/>
                    </a:cubicBezTo>
                    <a:cubicBezTo>
                      <a:pt x="2667631" y="1682700"/>
                      <a:pt x="2549056" y="1564131"/>
                      <a:pt x="2549056" y="1417841"/>
                    </a:cubicBezTo>
                    <a:lnTo>
                      <a:pt x="2549056" y="1017930"/>
                    </a:lnTo>
                    <a:lnTo>
                      <a:pt x="2186253" y="1017930"/>
                    </a:lnTo>
                    <a:cubicBezTo>
                      <a:pt x="2186237" y="1151221"/>
                      <a:pt x="2186237" y="1284555"/>
                      <a:pt x="2186237" y="1417841"/>
                    </a:cubicBezTo>
                    <a:cubicBezTo>
                      <a:pt x="2186237" y="1564131"/>
                      <a:pt x="2067651" y="1682700"/>
                      <a:pt x="1921394" y="1682700"/>
                    </a:cubicBezTo>
                    <a:cubicBezTo>
                      <a:pt x="1775115" y="1682700"/>
                      <a:pt x="1656529" y="1564131"/>
                      <a:pt x="1656529" y="1417841"/>
                    </a:cubicBezTo>
                    <a:lnTo>
                      <a:pt x="1656529" y="1017930"/>
                    </a:lnTo>
                    <a:lnTo>
                      <a:pt x="1293726" y="1017930"/>
                    </a:lnTo>
                    <a:cubicBezTo>
                      <a:pt x="1293710" y="1151221"/>
                      <a:pt x="1293726" y="1284539"/>
                      <a:pt x="1293726" y="1417841"/>
                    </a:cubicBezTo>
                    <a:cubicBezTo>
                      <a:pt x="1293726" y="1490986"/>
                      <a:pt x="1264077" y="1557199"/>
                      <a:pt x="1216149" y="1605128"/>
                    </a:cubicBezTo>
                    <a:lnTo>
                      <a:pt x="1028872" y="1682700"/>
                    </a:lnTo>
                    <a:lnTo>
                      <a:pt x="841580" y="1605122"/>
                    </a:lnTo>
                    <a:cubicBezTo>
                      <a:pt x="793651" y="1557199"/>
                      <a:pt x="764007" y="1490986"/>
                      <a:pt x="764018" y="1417841"/>
                    </a:cubicBezTo>
                    <a:lnTo>
                      <a:pt x="764018" y="1017914"/>
                    </a:lnTo>
                    <a:lnTo>
                      <a:pt x="539645" y="1017930"/>
                    </a:lnTo>
                    <a:cubicBezTo>
                      <a:pt x="695040" y="2793967"/>
                      <a:pt x="850418" y="4570003"/>
                      <a:pt x="1005791" y="6346040"/>
                    </a:cubicBezTo>
                    <a:cubicBezTo>
                      <a:pt x="1018529" y="6491754"/>
                      <a:pt x="910743" y="6620221"/>
                      <a:pt x="765023" y="6632976"/>
                    </a:cubicBezTo>
                    <a:cubicBezTo>
                      <a:pt x="619293" y="6645714"/>
                      <a:pt x="490842" y="6537928"/>
                      <a:pt x="478087" y="6392208"/>
                    </a:cubicBezTo>
                    <a:lnTo>
                      <a:pt x="1023" y="939358"/>
                    </a:lnTo>
                    <a:cubicBezTo>
                      <a:pt x="-11716" y="793639"/>
                      <a:pt x="96076" y="665177"/>
                      <a:pt x="241807" y="652422"/>
                    </a:cubicBezTo>
                    <a:lnTo>
                      <a:pt x="311187" y="674309"/>
                    </a:lnTo>
                    <a:cubicBezTo>
                      <a:pt x="317983" y="665335"/>
                      <a:pt x="326028" y="664770"/>
                      <a:pt x="334193" y="664770"/>
                    </a:cubicBezTo>
                    <a:lnTo>
                      <a:pt x="764018" y="664770"/>
                    </a:lnTo>
                    <a:lnTo>
                      <a:pt x="764018" y="264865"/>
                    </a:lnTo>
                    <a:cubicBezTo>
                      <a:pt x="764018" y="118591"/>
                      <a:pt x="882588" y="0"/>
                      <a:pt x="1028878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1F9EF7-4F87-415C-8160-7E56B60DA9F9}"/>
                </a:ext>
              </a:extLst>
            </p:cNvPr>
            <p:cNvGrpSpPr/>
            <p:nvPr/>
          </p:nvGrpSpPr>
          <p:grpSpPr>
            <a:xfrm>
              <a:off x="0" y="6374086"/>
              <a:ext cx="11401431" cy="237804"/>
              <a:chOff x="0" y="6374086"/>
              <a:chExt cx="11401431" cy="23780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AE59EE2-572E-4B51-AE32-612BBCC09DE1}"/>
                  </a:ext>
                </a:extLst>
              </p:cNvPr>
              <p:cNvSpPr/>
              <p:nvPr/>
            </p:nvSpPr>
            <p:spPr>
              <a:xfrm>
                <a:off x="0" y="6566170"/>
                <a:ext cx="11311128" cy="457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B77414-9E89-4E91-A109-7F250477ACA9}"/>
                  </a:ext>
                </a:extLst>
              </p:cNvPr>
              <p:cNvSpPr/>
              <p:nvPr/>
            </p:nvSpPr>
            <p:spPr>
              <a:xfrm>
                <a:off x="11355711" y="6374086"/>
                <a:ext cx="45720" cy="1554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Block Arc 7">
                <a:extLst>
                  <a:ext uri="{FF2B5EF4-FFF2-40B4-BE49-F238E27FC236}">
                    <a16:creationId xmlns:a16="http://schemas.microsoft.com/office/drawing/2014/main" id="{5F4ACB2E-D9DA-474D-ACD0-6D4C5B5B69E1}"/>
                  </a:ext>
                </a:extLst>
              </p:cNvPr>
              <p:cNvSpPr/>
              <p:nvPr/>
            </p:nvSpPr>
            <p:spPr>
              <a:xfrm>
                <a:off x="11229678" y="6440137"/>
                <a:ext cx="171753" cy="171753"/>
              </a:xfrm>
              <a:prstGeom prst="blockArc">
                <a:avLst>
                  <a:gd name="adj1" fmla="val 21339429"/>
                  <a:gd name="adj2" fmla="val 6091498"/>
                  <a:gd name="adj3" fmla="val 2709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40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1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A6D39-9DFD-4F67-94B9-4D1042BB36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7516-06DB-4972-90D9-3F56529C786D}"/>
              </a:ext>
            </a:extLst>
          </p:cNvPr>
          <p:cNvSpPr/>
          <p:nvPr userDrawn="1"/>
        </p:nvSpPr>
        <p:spPr>
          <a:xfrm>
            <a:off x="0" y="0"/>
            <a:ext cx="9569302" cy="6858000"/>
          </a:xfrm>
          <a:custGeom>
            <a:avLst/>
            <a:gdLst>
              <a:gd name="connsiteX0" fmla="*/ 0 w 9703610"/>
              <a:gd name="connsiteY0" fmla="*/ 0 h 6858000"/>
              <a:gd name="connsiteX1" fmla="*/ 5546070 w 9703610"/>
              <a:gd name="connsiteY1" fmla="*/ 0 h 6858000"/>
              <a:gd name="connsiteX2" fmla="*/ 9703610 w 9703610"/>
              <a:gd name="connsiteY2" fmla="*/ 6858000 h 6858000"/>
              <a:gd name="connsiteX3" fmla="*/ 0 w 97036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3610" h="6858000">
                <a:moveTo>
                  <a:pt x="0" y="0"/>
                </a:moveTo>
                <a:lnTo>
                  <a:pt x="5546070" y="0"/>
                </a:lnTo>
                <a:lnTo>
                  <a:pt x="97036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54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246FC87-D219-463B-8334-E16E1481905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178591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C9F45-5627-4842-A3EA-25038EF99EC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186490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8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E14D27-AD6A-4547-8A35-F0A6A7B2B893}"/>
              </a:ext>
            </a:extLst>
          </p:cNvPr>
          <p:cNvGrpSpPr/>
          <p:nvPr userDrawn="1"/>
        </p:nvGrpSpPr>
        <p:grpSpPr>
          <a:xfrm>
            <a:off x="739019" y="1801308"/>
            <a:ext cx="2251389" cy="4202048"/>
            <a:chOff x="3501573" y="3178068"/>
            <a:chExt cx="1340594" cy="273784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FD2AF-5064-446A-95B2-FCACE1D003DC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64445-B2E0-4D7E-8491-252F042F0F6D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429A64-82C5-47BC-985E-3FDFE804E53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DF180B-C394-4B18-8CF3-2228F33ED17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1C391E-60EC-4442-81F5-E5BD8E5FB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42DFF-AC0C-4A34-B83D-F94290F856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3404E-34F2-4512-89D1-3226AA01335F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19DFAD-C059-430D-B51F-48079403ED7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AE4FA9-2632-4576-9E0A-CDF8B2A15BA5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70F8A7-6A5E-4962-A676-F6F37304642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8FB11B-C9EA-4E18-89D9-555C50D3B3E9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5F62B4-2F6F-4328-9162-DF7E3A0CF7C4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89494" y="2484310"/>
            <a:ext cx="1808430" cy="2953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07130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6CCA5E-451F-4542-B206-D2D13583114C}"/>
              </a:ext>
            </a:extLst>
          </p:cNvPr>
          <p:cNvGrpSpPr/>
          <p:nvPr userDrawn="1"/>
        </p:nvGrpSpPr>
        <p:grpSpPr>
          <a:xfrm>
            <a:off x="758507" y="2603862"/>
            <a:ext cx="5920691" cy="3565483"/>
            <a:chOff x="4098364" y="1571764"/>
            <a:chExt cx="7301609" cy="4397082"/>
          </a:xfrm>
        </p:grpSpPr>
        <p:grpSp>
          <p:nvGrpSpPr>
            <p:cNvPr id="23" name="Graphic 55">
              <a:extLst>
                <a:ext uri="{FF2B5EF4-FFF2-40B4-BE49-F238E27FC236}">
                  <a16:creationId xmlns:a16="http://schemas.microsoft.com/office/drawing/2014/main" id="{C49AFA94-CB02-406A-B68E-76F7985C97D6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5F19F3B-FACD-4743-81B8-DE3B3FC0991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1E77FD-F910-47B9-9EE0-9CA9EBB5AD17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00050F-BBCF-4B07-B144-24AF043BE2C0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BADC4B-6EB9-42D0-A753-3C5C7C5FCBF3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8FDA6-D5BA-443E-8CD4-3C2B46AB6C8A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070495-6AB5-4439-8EED-4223B30F9EAF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21168E-844C-481A-B8F3-32C75B5054F4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376C1E-829F-4627-A9FC-603E3F9D8239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CC7A37-C1A5-44ED-8513-F2059D79E78B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8CCBE0-1B0C-438D-94FF-E082C11F048B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3BC099-A056-42DA-9F53-27069C0E9109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B8C23E-608C-4981-A399-48E23E7525CC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D903373-9B9B-454A-8CB4-E269AA113942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F0A2CF-6C4D-4D84-9F0B-0C8B25E6F5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A2E818-EF4F-458C-8F18-9578121D3660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3C6B529-B489-4639-A7B2-5AA9180E9729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F3DA74A-1C4B-4138-A563-129A39FD9B7F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22AAAA6-2F39-4DD6-8134-716B9CF62E97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E744CD6-14E4-479D-8F9D-0DF957DAAD2D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31A40E9-999D-4DB7-A1CE-6B1F19EA0EF4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C9FECB-7A52-4CDC-994B-69A5B24ABCE8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6AAC56F-62D7-45DE-87B5-B9D9F6A9BFCE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075BA51-0F2B-4136-85AE-6668752886FD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599569D-ABEC-4CDC-8AEC-FB8A512A7CB6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FF08BBD-F12B-4D72-905D-82425437657C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7A376A-6189-420B-8C13-3900F127BE7C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19684" y="2798339"/>
            <a:ext cx="4140889" cy="2612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0435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20">
            <a:extLst>
              <a:ext uri="{FF2B5EF4-FFF2-40B4-BE49-F238E27FC236}">
                <a16:creationId xmlns:a16="http://schemas.microsoft.com/office/drawing/2014/main" id="{6FE311F5-A9A3-4147-874B-14B212E901EC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7381" y="3577044"/>
            <a:ext cx="3100540" cy="3100540"/>
          </a:xfrm>
          <a:custGeom>
            <a:avLst/>
            <a:gdLst>
              <a:gd name="connsiteX0" fmla="*/ 1550270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10 h 3100540"/>
              <a:gd name="connsiteX5" fmla="*/ 1422726 w 3100540"/>
              <a:gd name="connsiteY5" fmla="*/ 3047710 h 3100540"/>
              <a:gd name="connsiteX6" fmla="*/ 52831 w 3100540"/>
              <a:gd name="connsiteY6" fmla="*/ 1677815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70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10"/>
                </a:lnTo>
                <a:cubicBezTo>
                  <a:pt x="1607375" y="3118151"/>
                  <a:pt x="1493167" y="3118151"/>
                  <a:pt x="1422726" y="3047710"/>
                </a:cubicBezTo>
                <a:lnTo>
                  <a:pt x="52831" y="1677815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587381" y="204021"/>
            <a:ext cx="3100540" cy="3100540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90C4F28F-E0C5-4C6F-9778-5071266AA6D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420748" y="1890533"/>
            <a:ext cx="3100541" cy="3100540"/>
          </a:xfrm>
          <a:custGeom>
            <a:avLst/>
            <a:gdLst>
              <a:gd name="connsiteX0" fmla="*/ 1550270 w 3100541"/>
              <a:gd name="connsiteY0" fmla="*/ 0 h 3100540"/>
              <a:gd name="connsiteX1" fmla="*/ 1677815 w 3100541"/>
              <a:gd name="connsiteY1" fmla="*/ 52831 h 3100540"/>
              <a:gd name="connsiteX2" fmla="*/ 3047710 w 3100541"/>
              <a:gd name="connsiteY2" fmla="*/ 1422726 h 3100540"/>
              <a:gd name="connsiteX3" fmla="*/ 3047710 w 3100541"/>
              <a:gd name="connsiteY3" fmla="*/ 1677816 h 3100540"/>
              <a:gd name="connsiteX4" fmla="*/ 1677817 w 3100541"/>
              <a:gd name="connsiteY4" fmla="*/ 3047710 h 3100540"/>
              <a:gd name="connsiteX5" fmla="*/ 1422727 w 3100541"/>
              <a:gd name="connsiteY5" fmla="*/ 3047710 h 3100540"/>
              <a:gd name="connsiteX6" fmla="*/ 52832 w 3100541"/>
              <a:gd name="connsiteY6" fmla="*/ 1677815 h 3100540"/>
              <a:gd name="connsiteX7" fmla="*/ 52832 w 3100541"/>
              <a:gd name="connsiteY7" fmla="*/ 1422724 h 3100540"/>
              <a:gd name="connsiteX8" fmla="*/ 1422725 w 3100541"/>
              <a:gd name="connsiteY8" fmla="*/ 52831 h 3100540"/>
              <a:gd name="connsiteX9" fmla="*/ 1550270 w 3100541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1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10" y="1422726"/>
                </a:lnTo>
                <a:cubicBezTo>
                  <a:pt x="3118152" y="1493167"/>
                  <a:pt x="3118152" y="1607375"/>
                  <a:pt x="3047710" y="1677816"/>
                </a:cubicBezTo>
                <a:lnTo>
                  <a:pt x="1677817" y="3047710"/>
                </a:lnTo>
                <a:cubicBezTo>
                  <a:pt x="1607376" y="3118151"/>
                  <a:pt x="1493168" y="3118151"/>
                  <a:pt x="1422727" y="3047710"/>
                </a:cubicBezTo>
                <a:lnTo>
                  <a:pt x="52832" y="1677815"/>
                </a:lnTo>
                <a:cubicBezTo>
                  <a:pt x="-17610" y="1607373"/>
                  <a:pt x="-17610" y="1493166"/>
                  <a:pt x="52832" y="1422724"/>
                </a:cubicBezTo>
                <a:lnTo>
                  <a:pt x="1422725" y="52831"/>
                </a:lnTo>
                <a:cubicBezTo>
                  <a:pt x="1457946" y="17610"/>
                  <a:pt x="1504108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674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80636" y="1431517"/>
            <a:ext cx="3994966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977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534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513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3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53" r:id="rId2"/>
    <p:sldLayoutId id="2147483755" r:id="rId3"/>
    <p:sldLayoutId id="2147483756" r:id="rId4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3" r:id="rId2"/>
    <p:sldLayoutId id="2147483742" r:id="rId3"/>
    <p:sldLayoutId id="2147483736" r:id="rId4"/>
    <p:sldLayoutId id="2147483737" r:id="rId5"/>
    <p:sldLayoutId id="2147483740" r:id="rId6"/>
    <p:sldLayoutId id="2147483739" r:id="rId7"/>
    <p:sldLayoutId id="2147483744" r:id="rId8"/>
    <p:sldLayoutId id="2147483745" r:id="rId9"/>
    <p:sldLayoutId id="2147483748" r:id="rId10"/>
    <p:sldLayoutId id="2147483749" r:id="rId11"/>
    <p:sldLayoutId id="2147483750" r:id="rId12"/>
    <p:sldLayoutId id="2147483754" r:id="rId1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31AD7E-CFC1-418F-98A2-18CC1568DE7A}"/>
              </a:ext>
            </a:extLst>
          </p:cNvPr>
          <p:cNvGrpSpPr/>
          <p:nvPr/>
        </p:nvGrpSpPr>
        <p:grpSpPr>
          <a:xfrm>
            <a:off x="0" y="1918544"/>
            <a:ext cx="11431630" cy="1405526"/>
            <a:chOff x="0" y="2023474"/>
            <a:chExt cx="11431630" cy="1405526"/>
          </a:xfrm>
          <a:solidFill>
            <a:schemeClr val="accent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C0A3FD7-9EFF-42EC-8BCC-8DC54EFB8BBE}"/>
                </a:ext>
              </a:extLst>
            </p:cNvPr>
            <p:cNvSpPr/>
            <p:nvPr userDrawn="1"/>
          </p:nvSpPr>
          <p:spPr>
            <a:xfrm>
              <a:off x="0" y="3200400"/>
              <a:ext cx="6135482" cy="228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13F97A-86EF-43CD-8CB7-E32D10AD6927}"/>
                </a:ext>
              </a:extLst>
            </p:cNvPr>
            <p:cNvSpPr/>
            <p:nvPr userDrawn="1"/>
          </p:nvSpPr>
          <p:spPr>
            <a:xfrm rot="2727637">
              <a:off x="7154945" y="448707"/>
              <a:ext cx="228600" cy="3413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203772E-A1FB-4E49-8AF7-B31C59999691}"/>
                </a:ext>
              </a:extLst>
            </p:cNvPr>
            <p:cNvSpPr/>
            <p:nvPr userDrawn="1"/>
          </p:nvSpPr>
          <p:spPr>
            <a:xfrm rot="18872363" flipH="1">
              <a:off x="9542351" y="362795"/>
              <a:ext cx="228600" cy="3549958"/>
            </a:xfrm>
            <a:custGeom>
              <a:avLst/>
              <a:gdLst>
                <a:gd name="connsiteX0" fmla="*/ 0 w 228600"/>
                <a:gd name="connsiteY0" fmla="*/ 0 h 3549958"/>
                <a:gd name="connsiteX1" fmla="*/ 0 w 228600"/>
                <a:gd name="connsiteY1" fmla="*/ 3549958 h 3549958"/>
                <a:gd name="connsiteX2" fmla="*/ 10901 w 228600"/>
                <a:gd name="connsiteY2" fmla="*/ 3549958 h 3549958"/>
                <a:gd name="connsiteX3" fmla="*/ 228600 w 228600"/>
                <a:gd name="connsiteY3" fmla="*/ 3328731 h 3549958"/>
                <a:gd name="connsiteX4" fmla="*/ 228600 w 228600"/>
                <a:gd name="connsiteY4" fmla="*/ 0 h 354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3549958">
                  <a:moveTo>
                    <a:pt x="0" y="0"/>
                  </a:moveTo>
                  <a:lnTo>
                    <a:pt x="0" y="3549958"/>
                  </a:lnTo>
                  <a:lnTo>
                    <a:pt x="10901" y="3549958"/>
                  </a:lnTo>
                  <a:lnTo>
                    <a:pt x="228600" y="3328731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31E7180-931A-4C17-9E5B-1625B2C7DEC1}"/>
              </a:ext>
            </a:extLst>
          </p:cNvPr>
          <p:cNvGrpSpPr/>
          <p:nvPr/>
        </p:nvGrpSpPr>
        <p:grpSpPr>
          <a:xfrm rot="10800000">
            <a:off x="5518929" y="3559557"/>
            <a:ext cx="6673071" cy="1405526"/>
            <a:chOff x="4758559" y="2023474"/>
            <a:chExt cx="6673071" cy="1405526"/>
          </a:xfrm>
          <a:solidFill>
            <a:schemeClr val="accent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8DF00D-8E76-4614-88B8-767E8BE23F4E}"/>
                </a:ext>
              </a:extLst>
            </p:cNvPr>
            <p:cNvSpPr/>
            <p:nvPr userDrawn="1"/>
          </p:nvSpPr>
          <p:spPr>
            <a:xfrm>
              <a:off x="4758559" y="3200400"/>
              <a:ext cx="1376923" cy="228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31C40D-47AF-4709-89BF-A81A115A5003}"/>
                </a:ext>
              </a:extLst>
            </p:cNvPr>
            <p:cNvSpPr/>
            <p:nvPr userDrawn="1"/>
          </p:nvSpPr>
          <p:spPr>
            <a:xfrm rot="2727637">
              <a:off x="7154945" y="448707"/>
              <a:ext cx="228600" cy="3413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F08A5D7-6365-49D1-8A3E-659608ED742D}"/>
                </a:ext>
              </a:extLst>
            </p:cNvPr>
            <p:cNvSpPr/>
            <p:nvPr userDrawn="1"/>
          </p:nvSpPr>
          <p:spPr>
            <a:xfrm rot="18872363" flipH="1">
              <a:off x="9542351" y="362795"/>
              <a:ext cx="228600" cy="3549958"/>
            </a:xfrm>
            <a:custGeom>
              <a:avLst/>
              <a:gdLst>
                <a:gd name="connsiteX0" fmla="*/ 0 w 228600"/>
                <a:gd name="connsiteY0" fmla="*/ 0 h 3549958"/>
                <a:gd name="connsiteX1" fmla="*/ 0 w 228600"/>
                <a:gd name="connsiteY1" fmla="*/ 3549958 h 3549958"/>
                <a:gd name="connsiteX2" fmla="*/ 10901 w 228600"/>
                <a:gd name="connsiteY2" fmla="*/ 3549958 h 3549958"/>
                <a:gd name="connsiteX3" fmla="*/ 228600 w 228600"/>
                <a:gd name="connsiteY3" fmla="*/ 3328731 h 3549958"/>
                <a:gd name="connsiteX4" fmla="*/ 228600 w 228600"/>
                <a:gd name="connsiteY4" fmla="*/ 0 h 354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3549958">
                  <a:moveTo>
                    <a:pt x="0" y="0"/>
                  </a:moveTo>
                  <a:lnTo>
                    <a:pt x="0" y="3549958"/>
                  </a:lnTo>
                  <a:lnTo>
                    <a:pt x="10901" y="3549958"/>
                  </a:lnTo>
                  <a:lnTo>
                    <a:pt x="228600" y="3328731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5542084B-AAC5-47D2-B4BB-FE4BA888B5D2}"/>
              </a:ext>
            </a:extLst>
          </p:cNvPr>
          <p:cNvSpPr/>
          <p:nvPr/>
        </p:nvSpPr>
        <p:spPr>
          <a:xfrm>
            <a:off x="986688" y="4698484"/>
            <a:ext cx="356478" cy="307637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61314CFC-4540-48EA-A26F-32AAD9EEBE26}"/>
              </a:ext>
            </a:extLst>
          </p:cNvPr>
          <p:cNvSpPr/>
          <p:nvPr/>
        </p:nvSpPr>
        <p:spPr>
          <a:xfrm rot="2700000">
            <a:off x="3658998" y="5531718"/>
            <a:ext cx="250429" cy="44897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5EE167A2-96B5-4022-8471-190EFC9708B9}"/>
              </a:ext>
            </a:extLst>
          </p:cNvPr>
          <p:cNvSpPr/>
          <p:nvPr/>
        </p:nvSpPr>
        <p:spPr>
          <a:xfrm>
            <a:off x="3592172" y="4711446"/>
            <a:ext cx="339147" cy="31747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D379AF-5D01-414D-97B8-5A8C1EB8BF11}"/>
              </a:ext>
            </a:extLst>
          </p:cNvPr>
          <p:cNvSpPr txBox="1"/>
          <p:nvPr/>
        </p:nvSpPr>
        <p:spPr>
          <a:xfrm>
            <a:off x="69329" y="1721056"/>
            <a:ext cx="704568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cs typeface="Arial" pitchFamily="34" charset="0"/>
              </a:rPr>
              <a:t>Type Promotion in Java</a:t>
            </a:r>
            <a:endParaRPr lang="ko-KR" altLang="en-US" sz="4400" b="1" dirty="0">
              <a:cs typeface="Arial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BEDE1C-5492-49CF-B187-642B58C256A1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pic>
        <p:nvPicPr>
          <p:cNvPr id="37" name="Picture 2" descr="Image result for python programming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997" y="2135481"/>
            <a:ext cx="2304530" cy="269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668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1DD5D-80AB-2F6C-D148-29DD1AEE9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3BC42B-B6E7-20F6-A4B7-BA35AADE0A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5"/>
            <a:ext cx="11344861" cy="5636862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BB439C-1DEC-92C2-DE31-2A700F79AF14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01FB1735-4691-1807-3BE2-C72A5DCA77F7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08F2AA-3052-052B-0618-281AD145436A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6CA6B6-AD52-D365-FACC-F92DDBCC06FB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73A12F9-802B-8275-1FAF-2C9F856BF787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494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BB83-B16A-1E59-D9B7-95A80454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795324-CB86-F3E9-5BE3-2FE997EDD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45BCC5-4E3A-968F-CFE0-380A2EA4E7A0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DBC6206C-EC8B-7843-6D90-DA2195946CF9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AB211ED-2C6D-241B-8D18-50DEE787B1C6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10D7971-2AA0-16F8-FBC9-AB8251EB7561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42400A4-CBB8-0DA1-21F7-09FF5D047059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4980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F3C6-750E-17E5-9511-2E8A7449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E90817-834E-B060-3CDC-638E269354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F8025C-1F12-5422-BA26-3DFC0F3FE5FC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2CF47920-A037-FD41-F867-64F2DC8D6351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3C156B1-5643-7672-BA2B-EC7AB6CB0C8D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05AC50-7BB5-891B-D8C6-993D315167F5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E719E9-CA07-1722-BD52-73272788CB91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211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3AC8-6D6F-E37F-33B0-CF9CD6EB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F2CAB9-3580-7742-DD8C-BB5818DA5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9F045A-5856-E936-2062-737AE4C4121F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244222F6-7A8D-1C18-744B-1C0031B32EED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A1B4169-7F7E-C707-7F6D-724B4A2EBE35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7E867EF-1236-A269-93B7-84B007DC108F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8A1621-1242-AE32-7687-FC20EB0190DE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3200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CEB0-78D5-17F9-9C82-8A73A813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74D268-CBDD-D562-0911-8522D821AA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607C33-6509-3719-A292-ADF6095F4B32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04E2EE0B-8225-6E21-C43A-2223F2F9594A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352AC31-EF53-A42B-4354-B43704C2E82A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C794F8-9798-6E0C-E00F-E48560036334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5C2F9D5-419A-37FB-9F18-FF262483C8A4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2878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56C82-9D96-B5A0-80F5-DB1B1BDF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CFA91-5F8F-FD6A-7A05-0567CCC1D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2E973F-0653-1A67-1688-80483E59CFEA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67192FB6-AADF-542B-EBFA-AC80A0961E49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52C1C0-130C-B365-D038-06EFF126AC27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FE6DB9D-435F-5299-5AA4-FE8DEB6622ED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3C8D0B-7D0C-61EF-CF85-ACA1317BDBBE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5818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0ACC-3105-B65F-FB23-6DE484EE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A707A9-3B03-0D73-D8FB-77DF0B4CF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252BB1-25E5-2879-9CEC-00E15E98545B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09E692DB-AE94-7322-1ACE-94D4286F50D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B81497-DD14-4B7E-B850-AA00186B4F4D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D0958BB-32FD-9B35-E437-EF3ABECA1BF2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3C6CCEC-6310-D6A8-0F57-CD32AF1D5DF5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954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A60B-B399-D738-AC9C-6CC1D18C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9BBC9A-4F19-1219-2521-50B323ADBA80}"/>
              </a:ext>
            </a:extLst>
          </p:cNvPr>
          <p:cNvGrpSpPr/>
          <p:nvPr/>
        </p:nvGrpSpPr>
        <p:grpSpPr>
          <a:xfrm>
            <a:off x="5207975" y="2573079"/>
            <a:ext cx="6983876" cy="1711842"/>
            <a:chOff x="5207975" y="2573079"/>
            <a:chExt cx="6983876" cy="17118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784BF8D-A6E5-0B47-989A-5590C9B4C204}"/>
                </a:ext>
              </a:extLst>
            </p:cNvPr>
            <p:cNvSpPr/>
            <p:nvPr/>
          </p:nvSpPr>
          <p:spPr>
            <a:xfrm>
              <a:off x="5208124" y="2573079"/>
              <a:ext cx="6983727" cy="17118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99845D-64B4-0EF7-4554-3C3EEF2DED39}"/>
                </a:ext>
              </a:extLst>
            </p:cNvPr>
            <p:cNvSpPr/>
            <p:nvPr/>
          </p:nvSpPr>
          <p:spPr>
            <a:xfrm>
              <a:off x="5207975" y="2573079"/>
              <a:ext cx="168406" cy="17118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54E1DC7-26EA-8919-4073-9E1A0753B3EC}"/>
              </a:ext>
            </a:extLst>
          </p:cNvPr>
          <p:cNvSpPr txBox="1"/>
          <p:nvPr/>
        </p:nvSpPr>
        <p:spPr>
          <a:xfrm>
            <a:off x="5624424" y="3105834"/>
            <a:ext cx="643603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b="1" dirty="0"/>
              <a:t>Types</a:t>
            </a:r>
          </a:p>
        </p:txBody>
      </p:sp>
    </p:spTree>
    <p:extLst>
      <p:ext uri="{BB962C8B-B14F-4D97-AF65-F5344CB8AC3E}">
        <p14:creationId xmlns:p14="http://schemas.microsoft.com/office/powerpoint/2010/main" val="3605707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532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891842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4086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4B0FF5B-5857-4DD2-8316-525F7AB76D4C}"/>
              </a:ext>
            </a:extLst>
          </p:cNvPr>
          <p:cNvGrpSpPr/>
          <p:nvPr/>
        </p:nvGrpSpPr>
        <p:grpSpPr>
          <a:xfrm>
            <a:off x="5207975" y="2573079"/>
            <a:ext cx="6983876" cy="1711842"/>
            <a:chOff x="5207975" y="2573079"/>
            <a:chExt cx="6983876" cy="17118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FD24A37-A04F-4CF8-80D7-1D65CB9073FD}"/>
                </a:ext>
              </a:extLst>
            </p:cNvPr>
            <p:cNvSpPr/>
            <p:nvPr/>
          </p:nvSpPr>
          <p:spPr>
            <a:xfrm>
              <a:off x="5208124" y="2573079"/>
              <a:ext cx="6983727" cy="17118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50E034-FB76-415F-B18C-807D285EA85C}"/>
                </a:ext>
              </a:extLst>
            </p:cNvPr>
            <p:cNvSpPr/>
            <p:nvPr/>
          </p:nvSpPr>
          <p:spPr>
            <a:xfrm>
              <a:off x="5207975" y="2573079"/>
              <a:ext cx="168406" cy="17118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5624424" y="3075056"/>
            <a:ext cx="6357667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000" b="1" dirty="0">
                <a:solidFill>
                  <a:srgbClr val="002060"/>
                </a:solidFill>
                <a:cs typeface="Arial" pitchFamily="34" charset="0"/>
              </a:rPr>
              <a:t>Shorthand Operators</a:t>
            </a:r>
            <a:endParaRPr lang="ko-KR" altLang="en-US" sz="4000" b="1" dirty="0">
              <a:solidFill>
                <a:srgbClr val="00206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954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891842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9495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891842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933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3516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8306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8155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5562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4"/>
            <a:ext cx="11344861" cy="5607169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2655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2491" y="301925"/>
            <a:ext cx="11344861" cy="5840083"/>
          </a:xfrm>
        </p:spPr>
        <p:txBody>
          <a:bodyPr/>
          <a:lstStyle/>
          <a:p>
            <a:pPr algn="just"/>
            <a:endParaRPr lang="en-US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A2186A-C326-48DC-8E09-0BB48FF9D3DE}"/>
              </a:ext>
            </a:extLst>
          </p:cNvPr>
          <p:cNvGrpSpPr/>
          <p:nvPr/>
        </p:nvGrpSpPr>
        <p:grpSpPr>
          <a:xfrm>
            <a:off x="0" y="301925"/>
            <a:ext cx="586596" cy="417225"/>
            <a:chOff x="-3373" y="3444677"/>
            <a:chExt cx="3155739" cy="1643520"/>
          </a:xfrm>
        </p:grpSpPr>
        <p:sp>
          <p:nvSpPr>
            <p:cNvPr id="4" name="Freeform 61">
              <a:extLst>
                <a:ext uri="{FF2B5EF4-FFF2-40B4-BE49-F238E27FC236}">
                  <a16:creationId xmlns:a16="http://schemas.microsoft.com/office/drawing/2014/main" id="{B69C1344-DA27-4625-A365-74DC77A0B525}"/>
                </a:ext>
              </a:extLst>
            </p:cNvPr>
            <p:cNvSpPr/>
            <p:nvPr/>
          </p:nvSpPr>
          <p:spPr>
            <a:xfrm rot="5400000">
              <a:off x="1185646" y="3121477"/>
              <a:ext cx="1643520" cy="2289920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957545 h 2295953"/>
                <a:gd name="connsiteX1" fmla="*/ 140932 w 1421182"/>
                <a:gd name="connsiteY1" fmla="*/ 1353319 h 2295953"/>
                <a:gd name="connsiteX2" fmla="*/ 309182 w 1421182"/>
                <a:gd name="connsiteY2" fmla="*/ 1711764 h 2295953"/>
                <a:gd name="connsiteX3" fmla="*/ 693290 w 1421182"/>
                <a:gd name="connsiteY3" fmla="*/ 2019121 h 2295953"/>
                <a:gd name="connsiteX4" fmla="*/ 722524 w 1421182"/>
                <a:gd name="connsiteY4" fmla="*/ 2295953 h 2295953"/>
                <a:gd name="connsiteX5" fmla="*/ 1311364 w 1421182"/>
                <a:gd name="connsiteY5" fmla="*/ 2026318 h 2295953"/>
                <a:gd name="connsiteX6" fmla="*/ 1421092 w 1421182"/>
                <a:gd name="connsiteY6" fmla="*/ 1126548 h 2295953"/>
                <a:gd name="connsiteX7" fmla="*/ 1152597 w 1421182"/>
                <a:gd name="connsiteY7" fmla="*/ 669082 h 2295953"/>
                <a:gd name="connsiteX8" fmla="*/ 1168953 w 1421182"/>
                <a:gd name="connsiteY8" fmla="*/ 968062 h 2295953"/>
                <a:gd name="connsiteX9" fmla="*/ 927050 w 1421182"/>
                <a:gd name="connsiteY9" fmla="*/ 614956 h 2295953"/>
                <a:gd name="connsiteX10" fmla="*/ 957315 w 1421182"/>
                <a:gd name="connsiteY10" fmla="*/ 944170 h 2295953"/>
                <a:gd name="connsiteX11" fmla="*/ 711016 w 1421182"/>
                <a:gd name="connsiteY11" fmla="*/ 569620 h 2295953"/>
                <a:gd name="connsiteX12" fmla="*/ 729319 w 1421182"/>
                <a:gd name="connsiteY12" fmla="*/ 957827 h 2295953"/>
                <a:gd name="connsiteX13" fmla="*/ 543268 w 1421182"/>
                <a:gd name="connsiteY13" fmla="*/ 8 h 2295953"/>
                <a:gd name="connsiteX14" fmla="*/ 473286 w 1421182"/>
                <a:gd name="connsiteY14" fmla="*/ 1312127 h 2295953"/>
                <a:gd name="connsiteX15" fmla="*/ 338442 w 1421182"/>
                <a:gd name="connsiteY15" fmla="*/ 1258222 h 2295953"/>
                <a:gd name="connsiteX16" fmla="*/ 719 w 1421182"/>
                <a:gd name="connsiteY16" fmla="*/ 957545 h 2295953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93290 w 1421182"/>
                <a:gd name="connsiteY3" fmla="*/ 2019121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7397"/>
                <a:gd name="connsiteX1" fmla="*/ 140932 w 1421182"/>
                <a:gd name="connsiteY1" fmla="*/ 1353319 h 2317397"/>
                <a:gd name="connsiteX2" fmla="*/ 309182 w 1421182"/>
                <a:gd name="connsiteY2" fmla="*/ 1711764 h 2317397"/>
                <a:gd name="connsiteX3" fmla="*/ 626141 w 1421182"/>
                <a:gd name="connsiteY3" fmla="*/ 1985150 h 2317397"/>
                <a:gd name="connsiteX4" fmla="*/ 722524 w 1421182"/>
                <a:gd name="connsiteY4" fmla="*/ 2295953 h 2317397"/>
                <a:gd name="connsiteX5" fmla="*/ 1170733 w 1421182"/>
                <a:gd name="connsiteY5" fmla="*/ 2300858 h 2317397"/>
                <a:gd name="connsiteX6" fmla="*/ 1311364 w 1421182"/>
                <a:gd name="connsiteY6" fmla="*/ 2026318 h 2317397"/>
                <a:gd name="connsiteX7" fmla="*/ 1421092 w 1421182"/>
                <a:gd name="connsiteY7" fmla="*/ 1126548 h 2317397"/>
                <a:gd name="connsiteX8" fmla="*/ 1152597 w 1421182"/>
                <a:gd name="connsiteY8" fmla="*/ 669082 h 2317397"/>
                <a:gd name="connsiteX9" fmla="*/ 1168953 w 1421182"/>
                <a:gd name="connsiteY9" fmla="*/ 968062 h 2317397"/>
                <a:gd name="connsiteX10" fmla="*/ 927050 w 1421182"/>
                <a:gd name="connsiteY10" fmla="*/ 614956 h 2317397"/>
                <a:gd name="connsiteX11" fmla="*/ 957315 w 1421182"/>
                <a:gd name="connsiteY11" fmla="*/ 944170 h 2317397"/>
                <a:gd name="connsiteX12" fmla="*/ 711016 w 1421182"/>
                <a:gd name="connsiteY12" fmla="*/ 569620 h 2317397"/>
                <a:gd name="connsiteX13" fmla="*/ 729319 w 1421182"/>
                <a:gd name="connsiteY13" fmla="*/ 957827 h 2317397"/>
                <a:gd name="connsiteX14" fmla="*/ 543268 w 1421182"/>
                <a:gd name="connsiteY14" fmla="*/ 8 h 2317397"/>
                <a:gd name="connsiteX15" fmla="*/ 473286 w 1421182"/>
                <a:gd name="connsiteY15" fmla="*/ 1312127 h 2317397"/>
                <a:gd name="connsiteX16" fmla="*/ 338442 w 1421182"/>
                <a:gd name="connsiteY16" fmla="*/ 1258222 h 2317397"/>
                <a:gd name="connsiteX17" fmla="*/ 719 w 1421182"/>
                <a:gd name="connsiteY17" fmla="*/ 957545 h 2317397"/>
                <a:gd name="connsiteX0" fmla="*/ 719 w 1421182"/>
                <a:gd name="connsiteY0" fmla="*/ 957545 h 2314785"/>
                <a:gd name="connsiteX1" fmla="*/ 140932 w 1421182"/>
                <a:gd name="connsiteY1" fmla="*/ 1353319 h 2314785"/>
                <a:gd name="connsiteX2" fmla="*/ 309182 w 1421182"/>
                <a:gd name="connsiteY2" fmla="*/ 1711764 h 2314785"/>
                <a:gd name="connsiteX3" fmla="*/ 626141 w 1421182"/>
                <a:gd name="connsiteY3" fmla="*/ 1985150 h 2314785"/>
                <a:gd name="connsiteX4" fmla="*/ 658780 w 1421182"/>
                <a:gd name="connsiteY4" fmla="*/ 2266927 h 2314785"/>
                <a:gd name="connsiteX5" fmla="*/ 1170733 w 1421182"/>
                <a:gd name="connsiteY5" fmla="*/ 2300858 h 2314785"/>
                <a:gd name="connsiteX6" fmla="*/ 1311364 w 1421182"/>
                <a:gd name="connsiteY6" fmla="*/ 2026318 h 2314785"/>
                <a:gd name="connsiteX7" fmla="*/ 1421092 w 1421182"/>
                <a:gd name="connsiteY7" fmla="*/ 1126548 h 2314785"/>
                <a:gd name="connsiteX8" fmla="*/ 1152597 w 1421182"/>
                <a:gd name="connsiteY8" fmla="*/ 669082 h 2314785"/>
                <a:gd name="connsiteX9" fmla="*/ 1168953 w 1421182"/>
                <a:gd name="connsiteY9" fmla="*/ 968062 h 2314785"/>
                <a:gd name="connsiteX10" fmla="*/ 927050 w 1421182"/>
                <a:gd name="connsiteY10" fmla="*/ 614956 h 2314785"/>
                <a:gd name="connsiteX11" fmla="*/ 957315 w 1421182"/>
                <a:gd name="connsiteY11" fmla="*/ 944170 h 2314785"/>
                <a:gd name="connsiteX12" fmla="*/ 711016 w 1421182"/>
                <a:gd name="connsiteY12" fmla="*/ 569620 h 2314785"/>
                <a:gd name="connsiteX13" fmla="*/ 729319 w 1421182"/>
                <a:gd name="connsiteY13" fmla="*/ 957827 h 2314785"/>
                <a:gd name="connsiteX14" fmla="*/ 543268 w 1421182"/>
                <a:gd name="connsiteY14" fmla="*/ 8 h 2314785"/>
                <a:gd name="connsiteX15" fmla="*/ 473286 w 1421182"/>
                <a:gd name="connsiteY15" fmla="*/ 1312127 h 2314785"/>
                <a:gd name="connsiteX16" fmla="*/ 338442 w 1421182"/>
                <a:gd name="connsiteY16" fmla="*/ 1258222 h 2314785"/>
                <a:gd name="connsiteX17" fmla="*/ 719 w 1421182"/>
                <a:gd name="connsiteY17" fmla="*/ 957545 h 2314785"/>
                <a:gd name="connsiteX0" fmla="*/ 719 w 1421182"/>
                <a:gd name="connsiteY0" fmla="*/ 957545 h 2323891"/>
                <a:gd name="connsiteX1" fmla="*/ 140932 w 1421182"/>
                <a:gd name="connsiteY1" fmla="*/ 1353319 h 2323891"/>
                <a:gd name="connsiteX2" fmla="*/ 309182 w 1421182"/>
                <a:gd name="connsiteY2" fmla="*/ 1711764 h 2323891"/>
                <a:gd name="connsiteX3" fmla="*/ 626141 w 1421182"/>
                <a:gd name="connsiteY3" fmla="*/ 1985150 h 2323891"/>
                <a:gd name="connsiteX4" fmla="*/ 658780 w 1421182"/>
                <a:gd name="connsiteY4" fmla="*/ 2266927 h 2323891"/>
                <a:gd name="connsiteX5" fmla="*/ 1170733 w 1421182"/>
                <a:gd name="connsiteY5" fmla="*/ 2300858 h 2323891"/>
                <a:gd name="connsiteX6" fmla="*/ 1311364 w 1421182"/>
                <a:gd name="connsiteY6" fmla="*/ 2026318 h 2323891"/>
                <a:gd name="connsiteX7" fmla="*/ 1421092 w 1421182"/>
                <a:gd name="connsiteY7" fmla="*/ 1126548 h 2323891"/>
                <a:gd name="connsiteX8" fmla="*/ 1152597 w 1421182"/>
                <a:gd name="connsiteY8" fmla="*/ 669082 h 2323891"/>
                <a:gd name="connsiteX9" fmla="*/ 1168953 w 1421182"/>
                <a:gd name="connsiteY9" fmla="*/ 968062 h 2323891"/>
                <a:gd name="connsiteX10" fmla="*/ 927050 w 1421182"/>
                <a:gd name="connsiteY10" fmla="*/ 614956 h 2323891"/>
                <a:gd name="connsiteX11" fmla="*/ 957315 w 1421182"/>
                <a:gd name="connsiteY11" fmla="*/ 944170 h 2323891"/>
                <a:gd name="connsiteX12" fmla="*/ 711016 w 1421182"/>
                <a:gd name="connsiteY12" fmla="*/ 569620 h 2323891"/>
                <a:gd name="connsiteX13" fmla="*/ 729319 w 1421182"/>
                <a:gd name="connsiteY13" fmla="*/ 957827 h 2323891"/>
                <a:gd name="connsiteX14" fmla="*/ 543268 w 1421182"/>
                <a:gd name="connsiteY14" fmla="*/ 8 h 2323891"/>
                <a:gd name="connsiteX15" fmla="*/ 473286 w 1421182"/>
                <a:gd name="connsiteY15" fmla="*/ 1312127 h 2323891"/>
                <a:gd name="connsiteX16" fmla="*/ 338442 w 1421182"/>
                <a:gd name="connsiteY16" fmla="*/ 1258222 h 2323891"/>
                <a:gd name="connsiteX17" fmla="*/ 719 w 1421182"/>
                <a:gd name="connsiteY17" fmla="*/ 957545 h 2323891"/>
                <a:gd name="connsiteX0" fmla="*/ 719 w 1421182"/>
                <a:gd name="connsiteY0" fmla="*/ 957545 h 2358736"/>
                <a:gd name="connsiteX1" fmla="*/ 140932 w 1421182"/>
                <a:gd name="connsiteY1" fmla="*/ 1353319 h 2358736"/>
                <a:gd name="connsiteX2" fmla="*/ 309182 w 1421182"/>
                <a:gd name="connsiteY2" fmla="*/ 1711764 h 2358736"/>
                <a:gd name="connsiteX3" fmla="*/ 626141 w 1421182"/>
                <a:gd name="connsiteY3" fmla="*/ 1985150 h 2358736"/>
                <a:gd name="connsiteX4" fmla="*/ 658780 w 1421182"/>
                <a:gd name="connsiteY4" fmla="*/ 2266927 h 2358736"/>
                <a:gd name="connsiteX5" fmla="*/ 1227989 w 1421182"/>
                <a:gd name="connsiteY5" fmla="*/ 2341644 h 2358736"/>
                <a:gd name="connsiteX6" fmla="*/ 1311364 w 1421182"/>
                <a:gd name="connsiteY6" fmla="*/ 2026318 h 2358736"/>
                <a:gd name="connsiteX7" fmla="*/ 1421092 w 1421182"/>
                <a:gd name="connsiteY7" fmla="*/ 1126548 h 2358736"/>
                <a:gd name="connsiteX8" fmla="*/ 1152597 w 1421182"/>
                <a:gd name="connsiteY8" fmla="*/ 669082 h 2358736"/>
                <a:gd name="connsiteX9" fmla="*/ 1168953 w 1421182"/>
                <a:gd name="connsiteY9" fmla="*/ 968062 h 2358736"/>
                <a:gd name="connsiteX10" fmla="*/ 927050 w 1421182"/>
                <a:gd name="connsiteY10" fmla="*/ 614956 h 2358736"/>
                <a:gd name="connsiteX11" fmla="*/ 957315 w 1421182"/>
                <a:gd name="connsiteY11" fmla="*/ 944170 h 2358736"/>
                <a:gd name="connsiteX12" fmla="*/ 711016 w 1421182"/>
                <a:gd name="connsiteY12" fmla="*/ 569620 h 2358736"/>
                <a:gd name="connsiteX13" fmla="*/ 729319 w 1421182"/>
                <a:gd name="connsiteY13" fmla="*/ 957827 h 2358736"/>
                <a:gd name="connsiteX14" fmla="*/ 543268 w 1421182"/>
                <a:gd name="connsiteY14" fmla="*/ 8 h 2358736"/>
                <a:gd name="connsiteX15" fmla="*/ 473286 w 1421182"/>
                <a:gd name="connsiteY15" fmla="*/ 1312127 h 2358736"/>
                <a:gd name="connsiteX16" fmla="*/ 338442 w 1421182"/>
                <a:gd name="connsiteY16" fmla="*/ 1258222 h 2358736"/>
                <a:gd name="connsiteX17" fmla="*/ 719 w 1421182"/>
                <a:gd name="connsiteY17" fmla="*/ 957545 h 2358736"/>
                <a:gd name="connsiteX0" fmla="*/ 719 w 1421182"/>
                <a:gd name="connsiteY0" fmla="*/ 957545 h 2341644"/>
                <a:gd name="connsiteX1" fmla="*/ 140932 w 1421182"/>
                <a:gd name="connsiteY1" fmla="*/ 1353319 h 2341644"/>
                <a:gd name="connsiteX2" fmla="*/ 309182 w 1421182"/>
                <a:gd name="connsiteY2" fmla="*/ 1711764 h 2341644"/>
                <a:gd name="connsiteX3" fmla="*/ 626141 w 1421182"/>
                <a:gd name="connsiteY3" fmla="*/ 1985150 h 2341644"/>
                <a:gd name="connsiteX4" fmla="*/ 658780 w 1421182"/>
                <a:gd name="connsiteY4" fmla="*/ 2266927 h 2341644"/>
                <a:gd name="connsiteX5" fmla="*/ 1227989 w 1421182"/>
                <a:gd name="connsiteY5" fmla="*/ 2341644 h 2341644"/>
                <a:gd name="connsiteX6" fmla="*/ 1311364 w 1421182"/>
                <a:gd name="connsiteY6" fmla="*/ 2026318 h 2341644"/>
                <a:gd name="connsiteX7" fmla="*/ 1421092 w 1421182"/>
                <a:gd name="connsiteY7" fmla="*/ 1126548 h 2341644"/>
                <a:gd name="connsiteX8" fmla="*/ 1152597 w 1421182"/>
                <a:gd name="connsiteY8" fmla="*/ 669082 h 2341644"/>
                <a:gd name="connsiteX9" fmla="*/ 1168953 w 1421182"/>
                <a:gd name="connsiteY9" fmla="*/ 968062 h 2341644"/>
                <a:gd name="connsiteX10" fmla="*/ 927050 w 1421182"/>
                <a:gd name="connsiteY10" fmla="*/ 614956 h 2341644"/>
                <a:gd name="connsiteX11" fmla="*/ 957315 w 1421182"/>
                <a:gd name="connsiteY11" fmla="*/ 944170 h 2341644"/>
                <a:gd name="connsiteX12" fmla="*/ 711016 w 1421182"/>
                <a:gd name="connsiteY12" fmla="*/ 569620 h 2341644"/>
                <a:gd name="connsiteX13" fmla="*/ 729319 w 1421182"/>
                <a:gd name="connsiteY13" fmla="*/ 957827 h 2341644"/>
                <a:gd name="connsiteX14" fmla="*/ 543268 w 1421182"/>
                <a:gd name="connsiteY14" fmla="*/ 8 h 2341644"/>
                <a:gd name="connsiteX15" fmla="*/ 473286 w 1421182"/>
                <a:gd name="connsiteY15" fmla="*/ 1312127 h 2341644"/>
                <a:gd name="connsiteX16" fmla="*/ 338442 w 1421182"/>
                <a:gd name="connsiteY16" fmla="*/ 1258222 h 2341644"/>
                <a:gd name="connsiteX17" fmla="*/ 719 w 1421182"/>
                <a:gd name="connsiteY17" fmla="*/ 957545 h 2341644"/>
                <a:gd name="connsiteX0" fmla="*/ 719 w 1421092"/>
                <a:gd name="connsiteY0" fmla="*/ 957545 h 2341644"/>
                <a:gd name="connsiteX1" fmla="*/ 140932 w 1421092"/>
                <a:gd name="connsiteY1" fmla="*/ 1353319 h 2341644"/>
                <a:gd name="connsiteX2" fmla="*/ 309182 w 1421092"/>
                <a:gd name="connsiteY2" fmla="*/ 1711764 h 2341644"/>
                <a:gd name="connsiteX3" fmla="*/ 626141 w 1421092"/>
                <a:gd name="connsiteY3" fmla="*/ 1985150 h 2341644"/>
                <a:gd name="connsiteX4" fmla="*/ 658780 w 1421092"/>
                <a:gd name="connsiteY4" fmla="*/ 2266927 h 2341644"/>
                <a:gd name="connsiteX5" fmla="*/ 1227989 w 1421092"/>
                <a:gd name="connsiteY5" fmla="*/ 2341644 h 2341644"/>
                <a:gd name="connsiteX6" fmla="*/ 1262460 w 1421092"/>
                <a:gd name="connsiteY6" fmla="*/ 1987074 h 2341644"/>
                <a:gd name="connsiteX7" fmla="*/ 1421092 w 1421092"/>
                <a:gd name="connsiteY7" fmla="*/ 1126548 h 2341644"/>
                <a:gd name="connsiteX8" fmla="*/ 1152597 w 1421092"/>
                <a:gd name="connsiteY8" fmla="*/ 669082 h 2341644"/>
                <a:gd name="connsiteX9" fmla="*/ 1168953 w 1421092"/>
                <a:gd name="connsiteY9" fmla="*/ 968062 h 2341644"/>
                <a:gd name="connsiteX10" fmla="*/ 927050 w 1421092"/>
                <a:gd name="connsiteY10" fmla="*/ 614956 h 2341644"/>
                <a:gd name="connsiteX11" fmla="*/ 957315 w 1421092"/>
                <a:gd name="connsiteY11" fmla="*/ 944170 h 2341644"/>
                <a:gd name="connsiteX12" fmla="*/ 711016 w 1421092"/>
                <a:gd name="connsiteY12" fmla="*/ 569620 h 2341644"/>
                <a:gd name="connsiteX13" fmla="*/ 729319 w 1421092"/>
                <a:gd name="connsiteY13" fmla="*/ 957827 h 2341644"/>
                <a:gd name="connsiteX14" fmla="*/ 543268 w 1421092"/>
                <a:gd name="connsiteY14" fmla="*/ 8 h 2341644"/>
                <a:gd name="connsiteX15" fmla="*/ 473286 w 1421092"/>
                <a:gd name="connsiteY15" fmla="*/ 1312127 h 2341644"/>
                <a:gd name="connsiteX16" fmla="*/ 338442 w 1421092"/>
                <a:gd name="connsiteY16" fmla="*/ 1258222 h 2341644"/>
                <a:gd name="connsiteX17" fmla="*/ 719 w 1421092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58780 w 1421109"/>
                <a:gd name="connsiteY4" fmla="*/ 2266927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626141 w 1421109"/>
                <a:gd name="connsiteY3" fmla="*/ 1985150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22941 w 1421109"/>
                <a:gd name="connsiteY4" fmla="*/ 2320778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557331 w 1421109"/>
                <a:gd name="connsiteY4" fmla="*/ 2278453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41644"/>
                <a:gd name="connsiteX1" fmla="*/ 140932 w 1421109"/>
                <a:gd name="connsiteY1" fmla="*/ 1353319 h 2341644"/>
                <a:gd name="connsiteX2" fmla="*/ 309182 w 1421109"/>
                <a:gd name="connsiteY2" fmla="*/ 1711764 h 2341644"/>
                <a:gd name="connsiteX3" fmla="*/ 548773 w 1421109"/>
                <a:gd name="connsiteY3" fmla="*/ 1936338 h 2341644"/>
                <a:gd name="connsiteX4" fmla="*/ 601148 w 1421109"/>
                <a:gd name="connsiteY4" fmla="*/ 2297232 h 2341644"/>
                <a:gd name="connsiteX5" fmla="*/ 1227989 w 1421109"/>
                <a:gd name="connsiteY5" fmla="*/ 2341644 h 2341644"/>
                <a:gd name="connsiteX6" fmla="*/ 1262460 w 1421109"/>
                <a:gd name="connsiteY6" fmla="*/ 1987074 h 2341644"/>
                <a:gd name="connsiteX7" fmla="*/ 1421092 w 1421109"/>
                <a:gd name="connsiteY7" fmla="*/ 1126548 h 2341644"/>
                <a:gd name="connsiteX8" fmla="*/ 1152597 w 1421109"/>
                <a:gd name="connsiteY8" fmla="*/ 669082 h 2341644"/>
                <a:gd name="connsiteX9" fmla="*/ 1168953 w 1421109"/>
                <a:gd name="connsiteY9" fmla="*/ 968062 h 2341644"/>
                <a:gd name="connsiteX10" fmla="*/ 927050 w 1421109"/>
                <a:gd name="connsiteY10" fmla="*/ 614956 h 2341644"/>
                <a:gd name="connsiteX11" fmla="*/ 957315 w 1421109"/>
                <a:gd name="connsiteY11" fmla="*/ 944170 h 2341644"/>
                <a:gd name="connsiteX12" fmla="*/ 711016 w 1421109"/>
                <a:gd name="connsiteY12" fmla="*/ 569620 h 2341644"/>
                <a:gd name="connsiteX13" fmla="*/ 729319 w 1421109"/>
                <a:gd name="connsiteY13" fmla="*/ 957827 h 2341644"/>
                <a:gd name="connsiteX14" fmla="*/ 543268 w 1421109"/>
                <a:gd name="connsiteY14" fmla="*/ 8 h 2341644"/>
                <a:gd name="connsiteX15" fmla="*/ 473286 w 1421109"/>
                <a:gd name="connsiteY15" fmla="*/ 1312127 h 2341644"/>
                <a:gd name="connsiteX16" fmla="*/ 338442 w 1421109"/>
                <a:gd name="connsiteY16" fmla="*/ 1258222 h 2341644"/>
                <a:gd name="connsiteX17" fmla="*/ 719 w 1421109"/>
                <a:gd name="connsiteY17" fmla="*/ 957545 h 2341644"/>
                <a:gd name="connsiteX0" fmla="*/ 719 w 1421109"/>
                <a:gd name="connsiteY0" fmla="*/ 957545 h 2310754"/>
                <a:gd name="connsiteX1" fmla="*/ 140932 w 1421109"/>
                <a:gd name="connsiteY1" fmla="*/ 1353319 h 2310754"/>
                <a:gd name="connsiteX2" fmla="*/ 309182 w 1421109"/>
                <a:gd name="connsiteY2" fmla="*/ 1711764 h 2310754"/>
                <a:gd name="connsiteX3" fmla="*/ 548773 w 1421109"/>
                <a:gd name="connsiteY3" fmla="*/ 1936338 h 2310754"/>
                <a:gd name="connsiteX4" fmla="*/ 601148 w 1421109"/>
                <a:gd name="connsiteY4" fmla="*/ 2297232 h 2310754"/>
                <a:gd name="connsiteX5" fmla="*/ 1253027 w 1421109"/>
                <a:gd name="connsiteY5" fmla="*/ 2310347 h 2310754"/>
                <a:gd name="connsiteX6" fmla="*/ 1262460 w 1421109"/>
                <a:gd name="connsiteY6" fmla="*/ 1987074 h 2310754"/>
                <a:gd name="connsiteX7" fmla="*/ 1421092 w 1421109"/>
                <a:gd name="connsiteY7" fmla="*/ 1126548 h 2310754"/>
                <a:gd name="connsiteX8" fmla="*/ 1152597 w 1421109"/>
                <a:gd name="connsiteY8" fmla="*/ 669082 h 2310754"/>
                <a:gd name="connsiteX9" fmla="*/ 1168953 w 1421109"/>
                <a:gd name="connsiteY9" fmla="*/ 968062 h 2310754"/>
                <a:gd name="connsiteX10" fmla="*/ 927050 w 1421109"/>
                <a:gd name="connsiteY10" fmla="*/ 614956 h 2310754"/>
                <a:gd name="connsiteX11" fmla="*/ 957315 w 1421109"/>
                <a:gd name="connsiteY11" fmla="*/ 944170 h 2310754"/>
                <a:gd name="connsiteX12" fmla="*/ 711016 w 1421109"/>
                <a:gd name="connsiteY12" fmla="*/ 569620 h 2310754"/>
                <a:gd name="connsiteX13" fmla="*/ 729319 w 1421109"/>
                <a:gd name="connsiteY13" fmla="*/ 957827 h 2310754"/>
                <a:gd name="connsiteX14" fmla="*/ 543268 w 1421109"/>
                <a:gd name="connsiteY14" fmla="*/ 8 h 2310754"/>
                <a:gd name="connsiteX15" fmla="*/ 473286 w 1421109"/>
                <a:gd name="connsiteY15" fmla="*/ 1312127 h 2310754"/>
                <a:gd name="connsiteX16" fmla="*/ 338442 w 1421109"/>
                <a:gd name="connsiteY16" fmla="*/ 1258222 h 2310754"/>
                <a:gd name="connsiteX17" fmla="*/ 719 w 1421109"/>
                <a:gd name="connsiteY17" fmla="*/ 957545 h 2310754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601148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755"/>
                <a:gd name="connsiteX1" fmla="*/ 140932 w 1421109"/>
                <a:gd name="connsiteY1" fmla="*/ 1353319 h 2310755"/>
                <a:gd name="connsiteX2" fmla="*/ 309182 w 1421109"/>
                <a:gd name="connsiteY2" fmla="*/ 1711764 h 2310755"/>
                <a:gd name="connsiteX3" fmla="*/ 548773 w 1421109"/>
                <a:gd name="connsiteY3" fmla="*/ 1936338 h 2310755"/>
                <a:gd name="connsiteX4" fmla="*/ 582370 w 1421109"/>
                <a:gd name="connsiteY4" fmla="*/ 2297232 h 2310755"/>
                <a:gd name="connsiteX5" fmla="*/ 1253027 w 1421109"/>
                <a:gd name="connsiteY5" fmla="*/ 2310347 h 2310755"/>
                <a:gd name="connsiteX6" fmla="*/ 1262460 w 1421109"/>
                <a:gd name="connsiteY6" fmla="*/ 1987074 h 2310755"/>
                <a:gd name="connsiteX7" fmla="*/ 1421092 w 1421109"/>
                <a:gd name="connsiteY7" fmla="*/ 1126548 h 2310755"/>
                <a:gd name="connsiteX8" fmla="*/ 1152597 w 1421109"/>
                <a:gd name="connsiteY8" fmla="*/ 669082 h 2310755"/>
                <a:gd name="connsiteX9" fmla="*/ 1168953 w 1421109"/>
                <a:gd name="connsiteY9" fmla="*/ 968062 h 2310755"/>
                <a:gd name="connsiteX10" fmla="*/ 927050 w 1421109"/>
                <a:gd name="connsiteY10" fmla="*/ 614956 h 2310755"/>
                <a:gd name="connsiteX11" fmla="*/ 957315 w 1421109"/>
                <a:gd name="connsiteY11" fmla="*/ 944170 h 2310755"/>
                <a:gd name="connsiteX12" fmla="*/ 711016 w 1421109"/>
                <a:gd name="connsiteY12" fmla="*/ 569620 h 2310755"/>
                <a:gd name="connsiteX13" fmla="*/ 729319 w 1421109"/>
                <a:gd name="connsiteY13" fmla="*/ 957827 h 2310755"/>
                <a:gd name="connsiteX14" fmla="*/ 543268 w 1421109"/>
                <a:gd name="connsiteY14" fmla="*/ 8 h 2310755"/>
                <a:gd name="connsiteX15" fmla="*/ 473286 w 1421109"/>
                <a:gd name="connsiteY15" fmla="*/ 1312127 h 2310755"/>
                <a:gd name="connsiteX16" fmla="*/ 338442 w 1421109"/>
                <a:gd name="connsiteY16" fmla="*/ 1258222 h 2310755"/>
                <a:gd name="connsiteX17" fmla="*/ 719 w 1421109"/>
                <a:gd name="connsiteY17" fmla="*/ 957545 h 2310755"/>
                <a:gd name="connsiteX0" fmla="*/ 719 w 1421109"/>
                <a:gd name="connsiteY0" fmla="*/ 957545 h 2310347"/>
                <a:gd name="connsiteX1" fmla="*/ 140932 w 1421109"/>
                <a:gd name="connsiteY1" fmla="*/ 1353319 h 2310347"/>
                <a:gd name="connsiteX2" fmla="*/ 309182 w 1421109"/>
                <a:gd name="connsiteY2" fmla="*/ 1711764 h 2310347"/>
                <a:gd name="connsiteX3" fmla="*/ 548773 w 1421109"/>
                <a:gd name="connsiteY3" fmla="*/ 1936338 h 2310347"/>
                <a:gd name="connsiteX4" fmla="*/ 582370 w 1421109"/>
                <a:gd name="connsiteY4" fmla="*/ 2297232 h 2310347"/>
                <a:gd name="connsiteX5" fmla="*/ 1253027 w 1421109"/>
                <a:gd name="connsiteY5" fmla="*/ 2310347 h 2310347"/>
                <a:gd name="connsiteX6" fmla="*/ 1262460 w 1421109"/>
                <a:gd name="connsiteY6" fmla="*/ 1987074 h 2310347"/>
                <a:gd name="connsiteX7" fmla="*/ 1421092 w 1421109"/>
                <a:gd name="connsiteY7" fmla="*/ 1126548 h 2310347"/>
                <a:gd name="connsiteX8" fmla="*/ 1152597 w 1421109"/>
                <a:gd name="connsiteY8" fmla="*/ 669082 h 2310347"/>
                <a:gd name="connsiteX9" fmla="*/ 1168953 w 1421109"/>
                <a:gd name="connsiteY9" fmla="*/ 968062 h 2310347"/>
                <a:gd name="connsiteX10" fmla="*/ 927050 w 1421109"/>
                <a:gd name="connsiteY10" fmla="*/ 614956 h 2310347"/>
                <a:gd name="connsiteX11" fmla="*/ 957315 w 1421109"/>
                <a:gd name="connsiteY11" fmla="*/ 944170 h 2310347"/>
                <a:gd name="connsiteX12" fmla="*/ 711016 w 1421109"/>
                <a:gd name="connsiteY12" fmla="*/ 569620 h 2310347"/>
                <a:gd name="connsiteX13" fmla="*/ 729319 w 1421109"/>
                <a:gd name="connsiteY13" fmla="*/ 957827 h 2310347"/>
                <a:gd name="connsiteX14" fmla="*/ 543268 w 1421109"/>
                <a:gd name="connsiteY14" fmla="*/ 8 h 2310347"/>
                <a:gd name="connsiteX15" fmla="*/ 473286 w 1421109"/>
                <a:gd name="connsiteY15" fmla="*/ 1312127 h 2310347"/>
                <a:gd name="connsiteX16" fmla="*/ 338442 w 1421109"/>
                <a:gd name="connsiteY16" fmla="*/ 1258222 h 2310347"/>
                <a:gd name="connsiteX17" fmla="*/ 719 w 1421109"/>
                <a:gd name="connsiteY17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52597 w 1423213"/>
                <a:gd name="connsiteY9" fmla="*/ 669082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927050 w 1423213"/>
                <a:gd name="connsiteY11" fmla="*/ 614956 h 2310347"/>
                <a:gd name="connsiteX12" fmla="*/ 957315 w 1423213"/>
                <a:gd name="connsiteY12" fmla="*/ 944170 h 2310347"/>
                <a:gd name="connsiteX13" fmla="*/ 711016 w 1423213"/>
                <a:gd name="connsiteY13" fmla="*/ 569620 h 2310347"/>
                <a:gd name="connsiteX14" fmla="*/ 729319 w 1423213"/>
                <a:gd name="connsiteY14" fmla="*/ 957827 h 2310347"/>
                <a:gd name="connsiteX15" fmla="*/ 543268 w 1423213"/>
                <a:gd name="connsiteY15" fmla="*/ 8 h 2310347"/>
                <a:gd name="connsiteX16" fmla="*/ 473286 w 1423213"/>
                <a:gd name="connsiteY16" fmla="*/ 1312127 h 2310347"/>
                <a:gd name="connsiteX17" fmla="*/ 338442 w 1423213"/>
                <a:gd name="connsiteY17" fmla="*/ 1258222 h 2310347"/>
                <a:gd name="connsiteX18" fmla="*/ 719 w 1423213"/>
                <a:gd name="connsiteY18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76719 w 1423213"/>
                <a:gd name="connsiteY9" fmla="*/ 664258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3213"/>
                <a:gd name="connsiteY0" fmla="*/ 957545 h 2310347"/>
                <a:gd name="connsiteX1" fmla="*/ 140932 w 1423213"/>
                <a:gd name="connsiteY1" fmla="*/ 1353319 h 2310347"/>
                <a:gd name="connsiteX2" fmla="*/ 309182 w 1423213"/>
                <a:gd name="connsiteY2" fmla="*/ 1711764 h 2310347"/>
                <a:gd name="connsiteX3" fmla="*/ 548773 w 1423213"/>
                <a:gd name="connsiteY3" fmla="*/ 1936338 h 2310347"/>
                <a:gd name="connsiteX4" fmla="*/ 582370 w 1423213"/>
                <a:gd name="connsiteY4" fmla="*/ 2297232 h 2310347"/>
                <a:gd name="connsiteX5" fmla="*/ 1253027 w 1423213"/>
                <a:gd name="connsiteY5" fmla="*/ 2310347 h 2310347"/>
                <a:gd name="connsiteX6" fmla="*/ 1262460 w 1423213"/>
                <a:gd name="connsiteY6" fmla="*/ 1987074 h 2310347"/>
                <a:gd name="connsiteX7" fmla="*/ 1421092 w 1423213"/>
                <a:gd name="connsiteY7" fmla="*/ 1126548 h 2310347"/>
                <a:gd name="connsiteX8" fmla="*/ 1378773 w 1423213"/>
                <a:gd name="connsiteY8" fmla="*/ 734522 h 2310347"/>
                <a:gd name="connsiteX9" fmla="*/ 1186368 w 1423213"/>
                <a:gd name="connsiteY9" fmla="*/ 644961 h 2310347"/>
                <a:gd name="connsiteX10" fmla="*/ 1168953 w 1423213"/>
                <a:gd name="connsiteY10" fmla="*/ 968062 h 2310347"/>
                <a:gd name="connsiteX11" fmla="*/ 1156855 w 1423213"/>
                <a:gd name="connsiteY11" fmla="*/ 657333 h 2310347"/>
                <a:gd name="connsiteX12" fmla="*/ 927050 w 1423213"/>
                <a:gd name="connsiteY12" fmla="*/ 614956 h 2310347"/>
                <a:gd name="connsiteX13" fmla="*/ 957315 w 1423213"/>
                <a:gd name="connsiteY13" fmla="*/ 944170 h 2310347"/>
                <a:gd name="connsiteX14" fmla="*/ 711016 w 1423213"/>
                <a:gd name="connsiteY14" fmla="*/ 569620 h 2310347"/>
                <a:gd name="connsiteX15" fmla="*/ 729319 w 1423213"/>
                <a:gd name="connsiteY15" fmla="*/ 957827 h 2310347"/>
                <a:gd name="connsiteX16" fmla="*/ 543268 w 1423213"/>
                <a:gd name="connsiteY16" fmla="*/ 8 h 2310347"/>
                <a:gd name="connsiteX17" fmla="*/ 473286 w 1423213"/>
                <a:gd name="connsiteY17" fmla="*/ 1312127 h 2310347"/>
                <a:gd name="connsiteX18" fmla="*/ 338442 w 1423213"/>
                <a:gd name="connsiteY18" fmla="*/ 1258222 h 2310347"/>
                <a:gd name="connsiteX19" fmla="*/ 719 w 1423213"/>
                <a:gd name="connsiteY19" fmla="*/ 957545 h 2310347"/>
                <a:gd name="connsiteX0" fmla="*/ 719 w 1426650"/>
                <a:gd name="connsiteY0" fmla="*/ 957545 h 2310347"/>
                <a:gd name="connsiteX1" fmla="*/ 140932 w 1426650"/>
                <a:gd name="connsiteY1" fmla="*/ 1353319 h 2310347"/>
                <a:gd name="connsiteX2" fmla="*/ 309182 w 1426650"/>
                <a:gd name="connsiteY2" fmla="*/ 1711764 h 2310347"/>
                <a:gd name="connsiteX3" fmla="*/ 548773 w 1426650"/>
                <a:gd name="connsiteY3" fmla="*/ 1936338 h 2310347"/>
                <a:gd name="connsiteX4" fmla="*/ 582370 w 1426650"/>
                <a:gd name="connsiteY4" fmla="*/ 2297232 h 2310347"/>
                <a:gd name="connsiteX5" fmla="*/ 1253027 w 1426650"/>
                <a:gd name="connsiteY5" fmla="*/ 2310347 h 2310347"/>
                <a:gd name="connsiteX6" fmla="*/ 1262460 w 1426650"/>
                <a:gd name="connsiteY6" fmla="*/ 1987074 h 2310347"/>
                <a:gd name="connsiteX7" fmla="*/ 1421092 w 1426650"/>
                <a:gd name="connsiteY7" fmla="*/ 1126548 h 2310347"/>
                <a:gd name="connsiteX8" fmla="*/ 1393246 w 1426650"/>
                <a:gd name="connsiteY8" fmla="*/ 734522 h 2310347"/>
                <a:gd name="connsiteX9" fmla="*/ 1186368 w 1426650"/>
                <a:gd name="connsiteY9" fmla="*/ 644961 h 2310347"/>
                <a:gd name="connsiteX10" fmla="*/ 1168953 w 1426650"/>
                <a:gd name="connsiteY10" fmla="*/ 968062 h 2310347"/>
                <a:gd name="connsiteX11" fmla="*/ 1156855 w 1426650"/>
                <a:gd name="connsiteY11" fmla="*/ 657333 h 2310347"/>
                <a:gd name="connsiteX12" fmla="*/ 927050 w 1426650"/>
                <a:gd name="connsiteY12" fmla="*/ 614956 h 2310347"/>
                <a:gd name="connsiteX13" fmla="*/ 957315 w 1426650"/>
                <a:gd name="connsiteY13" fmla="*/ 944170 h 2310347"/>
                <a:gd name="connsiteX14" fmla="*/ 711016 w 1426650"/>
                <a:gd name="connsiteY14" fmla="*/ 569620 h 2310347"/>
                <a:gd name="connsiteX15" fmla="*/ 729319 w 1426650"/>
                <a:gd name="connsiteY15" fmla="*/ 957827 h 2310347"/>
                <a:gd name="connsiteX16" fmla="*/ 543268 w 1426650"/>
                <a:gd name="connsiteY16" fmla="*/ 8 h 2310347"/>
                <a:gd name="connsiteX17" fmla="*/ 473286 w 1426650"/>
                <a:gd name="connsiteY17" fmla="*/ 1312127 h 2310347"/>
                <a:gd name="connsiteX18" fmla="*/ 338442 w 1426650"/>
                <a:gd name="connsiteY18" fmla="*/ 1258222 h 2310347"/>
                <a:gd name="connsiteX19" fmla="*/ 719 w 1426650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711016 w 1422362"/>
                <a:gd name="connsiteY14" fmla="*/ 569620 h 2310347"/>
                <a:gd name="connsiteX15" fmla="*/ 729319 w 1422362"/>
                <a:gd name="connsiteY15" fmla="*/ 957827 h 2310347"/>
                <a:gd name="connsiteX16" fmla="*/ 543268 w 1422362"/>
                <a:gd name="connsiteY16" fmla="*/ 8 h 2310347"/>
                <a:gd name="connsiteX17" fmla="*/ 473286 w 1422362"/>
                <a:gd name="connsiteY17" fmla="*/ 1312127 h 2310347"/>
                <a:gd name="connsiteX18" fmla="*/ 338442 w 1422362"/>
                <a:gd name="connsiteY18" fmla="*/ 1258222 h 2310347"/>
                <a:gd name="connsiteX19" fmla="*/ 719 w 1422362"/>
                <a:gd name="connsiteY19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86368 w 1422362"/>
                <a:gd name="connsiteY9" fmla="*/ 644961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957545 h 2310347"/>
                <a:gd name="connsiteX1" fmla="*/ 140932 w 1422362"/>
                <a:gd name="connsiteY1" fmla="*/ 1353319 h 2310347"/>
                <a:gd name="connsiteX2" fmla="*/ 309182 w 1422362"/>
                <a:gd name="connsiteY2" fmla="*/ 1711764 h 2310347"/>
                <a:gd name="connsiteX3" fmla="*/ 548773 w 1422362"/>
                <a:gd name="connsiteY3" fmla="*/ 1936338 h 2310347"/>
                <a:gd name="connsiteX4" fmla="*/ 582370 w 1422362"/>
                <a:gd name="connsiteY4" fmla="*/ 2297232 h 2310347"/>
                <a:gd name="connsiteX5" fmla="*/ 1253027 w 1422362"/>
                <a:gd name="connsiteY5" fmla="*/ 2310347 h 2310347"/>
                <a:gd name="connsiteX6" fmla="*/ 1262460 w 1422362"/>
                <a:gd name="connsiteY6" fmla="*/ 1987074 h 2310347"/>
                <a:gd name="connsiteX7" fmla="*/ 1421092 w 1422362"/>
                <a:gd name="connsiteY7" fmla="*/ 1126548 h 2310347"/>
                <a:gd name="connsiteX8" fmla="*/ 1369124 w 1422362"/>
                <a:gd name="connsiteY8" fmla="*/ 700752 h 2310347"/>
                <a:gd name="connsiteX9" fmla="*/ 1176719 w 1422362"/>
                <a:gd name="connsiteY9" fmla="*/ 669083 h 2310347"/>
                <a:gd name="connsiteX10" fmla="*/ 1168953 w 1422362"/>
                <a:gd name="connsiteY10" fmla="*/ 968062 h 2310347"/>
                <a:gd name="connsiteX11" fmla="*/ 1156855 w 1422362"/>
                <a:gd name="connsiteY11" fmla="*/ 657333 h 2310347"/>
                <a:gd name="connsiteX12" fmla="*/ 927050 w 1422362"/>
                <a:gd name="connsiteY12" fmla="*/ 614956 h 2310347"/>
                <a:gd name="connsiteX13" fmla="*/ 957315 w 1422362"/>
                <a:gd name="connsiteY13" fmla="*/ 944170 h 2310347"/>
                <a:gd name="connsiteX14" fmla="*/ 905990 w 1422362"/>
                <a:gd name="connsiteY14" fmla="*/ 613914 h 2310347"/>
                <a:gd name="connsiteX15" fmla="*/ 711016 w 1422362"/>
                <a:gd name="connsiteY15" fmla="*/ 569620 h 2310347"/>
                <a:gd name="connsiteX16" fmla="*/ 729319 w 1422362"/>
                <a:gd name="connsiteY16" fmla="*/ 957827 h 2310347"/>
                <a:gd name="connsiteX17" fmla="*/ 543268 w 1422362"/>
                <a:gd name="connsiteY17" fmla="*/ 8 h 2310347"/>
                <a:gd name="connsiteX18" fmla="*/ 473286 w 1422362"/>
                <a:gd name="connsiteY18" fmla="*/ 1312127 h 2310347"/>
                <a:gd name="connsiteX19" fmla="*/ 338442 w 1422362"/>
                <a:gd name="connsiteY19" fmla="*/ 1258222 h 2310347"/>
                <a:gd name="connsiteX20" fmla="*/ 719 w 1422362"/>
                <a:gd name="connsiteY20" fmla="*/ 957545 h 2310347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8697 h 2381499"/>
                <a:gd name="connsiteX1" fmla="*/ 140932 w 1422362"/>
                <a:gd name="connsiteY1" fmla="*/ 1424471 h 2381499"/>
                <a:gd name="connsiteX2" fmla="*/ 309182 w 1422362"/>
                <a:gd name="connsiteY2" fmla="*/ 1782916 h 2381499"/>
                <a:gd name="connsiteX3" fmla="*/ 548773 w 1422362"/>
                <a:gd name="connsiteY3" fmla="*/ 2007490 h 2381499"/>
                <a:gd name="connsiteX4" fmla="*/ 582370 w 1422362"/>
                <a:gd name="connsiteY4" fmla="*/ 2368384 h 2381499"/>
                <a:gd name="connsiteX5" fmla="*/ 1253027 w 1422362"/>
                <a:gd name="connsiteY5" fmla="*/ 2381499 h 2381499"/>
                <a:gd name="connsiteX6" fmla="*/ 1262460 w 1422362"/>
                <a:gd name="connsiteY6" fmla="*/ 2058226 h 2381499"/>
                <a:gd name="connsiteX7" fmla="*/ 1421092 w 1422362"/>
                <a:gd name="connsiteY7" fmla="*/ 1197700 h 2381499"/>
                <a:gd name="connsiteX8" fmla="*/ 1369124 w 1422362"/>
                <a:gd name="connsiteY8" fmla="*/ 771904 h 2381499"/>
                <a:gd name="connsiteX9" fmla="*/ 1176719 w 1422362"/>
                <a:gd name="connsiteY9" fmla="*/ 740235 h 2381499"/>
                <a:gd name="connsiteX10" fmla="*/ 1168953 w 1422362"/>
                <a:gd name="connsiteY10" fmla="*/ 1039214 h 2381499"/>
                <a:gd name="connsiteX11" fmla="*/ 1156855 w 1422362"/>
                <a:gd name="connsiteY11" fmla="*/ 728485 h 2381499"/>
                <a:gd name="connsiteX12" fmla="*/ 927050 w 1422362"/>
                <a:gd name="connsiteY12" fmla="*/ 686108 h 2381499"/>
                <a:gd name="connsiteX13" fmla="*/ 957315 w 1422362"/>
                <a:gd name="connsiteY13" fmla="*/ 1015322 h 2381499"/>
                <a:gd name="connsiteX14" fmla="*/ 905990 w 1422362"/>
                <a:gd name="connsiteY14" fmla="*/ 685066 h 2381499"/>
                <a:gd name="connsiteX15" fmla="*/ 711016 w 1422362"/>
                <a:gd name="connsiteY15" fmla="*/ 640772 h 2381499"/>
                <a:gd name="connsiteX16" fmla="*/ 729319 w 1422362"/>
                <a:gd name="connsiteY16" fmla="*/ 1028979 h 2381499"/>
                <a:gd name="connsiteX17" fmla="*/ 543268 w 1422362"/>
                <a:gd name="connsiteY17" fmla="*/ 71160 h 2381499"/>
                <a:gd name="connsiteX18" fmla="*/ 471802 w 1422362"/>
                <a:gd name="connsiteY18" fmla="*/ 217109 h 2381499"/>
                <a:gd name="connsiteX19" fmla="*/ 473286 w 1422362"/>
                <a:gd name="connsiteY19" fmla="*/ 1383279 h 2381499"/>
                <a:gd name="connsiteX20" fmla="*/ 338442 w 1422362"/>
                <a:gd name="connsiteY20" fmla="*/ 1329374 h 2381499"/>
                <a:gd name="connsiteX21" fmla="*/ 719 w 1422362"/>
                <a:gd name="connsiteY21" fmla="*/ 1028697 h 2381499"/>
                <a:gd name="connsiteX0" fmla="*/ 719 w 1422362"/>
                <a:gd name="connsiteY0" fmla="*/ 1025260 h 2378062"/>
                <a:gd name="connsiteX1" fmla="*/ 140932 w 1422362"/>
                <a:gd name="connsiteY1" fmla="*/ 1421034 h 2378062"/>
                <a:gd name="connsiteX2" fmla="*/ 309182 w 1422362"/>
                <a:gd name="connsiteY2" fmla="*/ 1779479 h 2378062"/>
                <a:gd name="connsiteX3" fmla="*/ 548773 w 1422362"/>
                <a:gd name="connsiteY3" fmla="*/ 2004053 h 2378062"/>
                <a:gd name="connsiteX4" fmla="*/ 582370 w 1422362"/>
                <a:gd name="connsiteY4" fmla="*/ 2364947 h 2378062"/>
                <a:gd name="connsiteX5" fmla="*/ 1253027 w 1422362"/>
                <a:gd name="connsiteY5" fmla="*/ 2378062 h 2378062"/>
                <a:gd name="connsiteX6" fmla="*/ 1262460 w 1422362"/>
                <a:gd name="connsiteY6" fmla="*/ 2054789 h 2378062"/>
                <a:gd name="connsiteX7" fmla="*/ 1421092 w 1422362"/>
                <a:gd name="connsiteY7" fmla="*/ 1194263 h 2378062"/>
                <a:gd name="connsiteX8" fmla="*/ 1369124 w 1422362"/>
                <a:gd name="connsiteY8" fmla="*/ 768467 h 2378062"/>
                <a:gd name="connsiteX9" fmla="*/ 1176719 w 1422362"/>
                <a:gd name="connsiteY9" fmla="*/ 736798 h 2378062"/>
                <a:gd name="connsiteX10" fmla="*/ 1168953 w 1422362"/>
                <a:gd name="connsiteY10" fmla="*/ 1035777 h 2378062"/>
                <a:gd name="connsiteX11" fmla="*/ 1156855 w 1422362"/>
                <a:gd name="connsiteY11" fmla="*/ 725048 h 2378062"/>
                <a:gd name="connsiteX12" fmla="*/ 927050 w 1422362"/>
                <a:gd name="connsiteY12" fmla="*/ 682671 h 2378062"/>
                <a:gd name="connsiteX13" fmla="*/ 957315 w 1422362"/>
                <a:gd name="connsiteY13" fmla="*/ 1011885 h 2378062"/>
                <a:gd name="connsiteX14" fmla="*/ 905990 w 1422362"/>
                <a:gd name="connsiteY14" fmla="*/ 681629 h 2378062"/>
                <a:gd name="connsiteX15" fmla="*/ 711016 w 1422362"/>
                <a:gd name="connsiteY15" fmla="*/ 637335 h 2378062"/>
                <a:gd name="connsiteX16" fmla="*/ 729319 w 1422362"/>
                <a:gd name="connsiteY16" fmla="*/ 1025542 h 2378062"/>
                <a:gd name="connsiteX17" fmla="*/ 543268 w 1422362"/>
                <a:gd name="connsiteY17" fmla="*/ 67723 h 2378062"/>
                <a:gd name="connsiteX18" fmla="*/ 471802 w 1422362"/>
                <a:gd name="connsiteY18" fmla="*/ 213672 h 2378062"/>
                <a:gd name="connsiteX19" fmla="*/ 473286 w 1422362"/>
                <a:gd name="connsiteY19" fmla="*/ 1379842 h 2378062"/>
                <a:gd name="connsiteX20" fmla="*/ 338442 w 1422362"/>
                <a:gd name="connsiteY20" fmla="*/ 1325937 h 2378062"/>
                <a:gd name="connsiteX21" fmla="*/ 719 w 1422362"/>
                <a:gd name="connsiteY21" fmla="*/ 1025260 h 2378062"/>
                <a:gd name="connsiteX0" fmla="*/ 719 w 1422362"/>
                <a:gd name="connsiteY0" fmla="*/ 1011512 h 2364314"/>
                <a:gd name="connsiteX1" fmla="*/ 140932 w 1422362"/>
                <a:gd name="connsiteY1" fmla="*/ 1407286 h 2364314"/>
                <a:gd name="connsiteX2" fmla="*/ 309182 w 1422362"/>
                <a:gd name="connsiteY2" fmla="*/ 1765731 h 2364314"/>
                <a:gd name="connsiteX3" fmla="*/ 548773 w 1422362"/>
                <a:gd name="connsiteY3" fmla="*/ 1990305 h 2364314"/>
                <a:gd name="connsiteX4" fmla="*/ 582370 w 1422362"/>
                <a:gd name="connsiteY4" fmla="*/ 2351199 h 2364314"/>
                <a:gd name="connsiteX5" fmla="*/ 1253027 w 1422362"/>
                <a:gd name="connsiteY5" fmla="*/ 2364314 h 2364314"/>
                <a:gd name="connsiteX6" fmla="*/ 1262460 w 1422362"/>
                <a:gd name="connsiteY6" fmla="*/ 2041041 h 2364314"/>
                <a:gd name="connsiteX7" fmla="*/ 1421092 w 1422362"/>
                <a:gd name="connsiteY7" fmla="*/ 1180515 h 2364314"/>
                <a:gd name="connsiteX8" fmla="*/ 1369124 w 1422362"/>
                <a:gd name="connsiteY8" fmla="*/ 754719 h 2364314"/>
                <a:gd name="connsiteX9" fmla="*/ 1176719 w 1422362"/>
                <a:gd name="connsiteY9" fmla="*/ 723050 h 2364314"/>
                <a:gd name="connsiteX10" fmla="*/ 1168953 w 1422362"/>
                <a:gd name="connsiteY10" fmla="*/ 1022029 h 2364314"/>
                <a:gd name="connsiteX11" fmla="*/ 1156855 w 1422362"/>
                <a:gd name="connsiteY11" fmla="*/ 711300 h 2364314"/>
                <a:gd name="connsiteX12" fmla="*/ 927050 w 1422362"/>
                <a:gd name="connsiteY12" fmla="*/ 668923 h 2364314"/>
                <a:gd name="connsiteX13" fmla="*/ 957315 w 1422362"/>
                <a:gd name="connsiteY13" fmla="*/ 998137 h 2364314"/>
                <a:gd name="connsiteX14" fmla="*/ 905990 w 1422362"/>
                <a:gd name="connsiteY14" fmla="*/ 667881 h 2364314"/>
                <a:gd name="connsiteX15" fmla="*/ 711016 w 1422362"/>
                <a:gd name="connsiteY15" fmla="*/ 623587 h 2364314"/>
                <a:gd name="connsiteX16" fmla="*/ 729319 w 1422362"/>
                <a:gd name="connsiteY16" fmla="*/ 1011794 h 2364314"/>
                <a:gd name="connsiteX17" fmla="*/ 630106 w 1422362"/>
                <a:gd name="connsiteY17" fmla="*/ 73272 h 2364314"/>
                <a:gd name="connsiteX18" fmla="*/ 471802 w 1422362"/>
                <a:gd name="connsiteY18" fmla="*/ 199924 h 2364314"/>
                <a:gd name="connsiteX19" fmla="*/ 473286 w 1422362"/>
                <a:gd name="connsiteY19" fmla="*/ 1366094 h 2364314"/>
                <a:gd name="connsiteX20" fmla="*/ 338442 w 1422362"/>
                <a:gd name="connsiteY20" fmla="*/ 1312189 h 2364314"/>
                <a:gd name="connsiteX21" fmla="*/ 719 w 1422362"/>
                <a:gd name="connsiteY21" fmla="*/ 1011512 h 2364314"/>
                <a:gd name="connsiteX0" fmla="*/ 719 w 1422362"/>
                <a:gd name="connsiteY0" fmla="*/ 938672 h 2291474"/>
                <a:gd name="connsiteX1" fmla="*/ 140932 w 1422362"/>
                <a:gd name="connsiteY1" fmla="*/ 1334446 h 2291474"/>
                <a:gd name="connsiteX2" fmla="*/ 309182 w 1422362"/>
                <a:gd name="connsiteY2" fmla="*/ 1692891 h 2291474"/>
                <a:gd name="connsiteX3" fmla="*/ 548773 w 1422362"/>
                <a:gd name="connsiteY3" fmla="*/ 1917465 h 2291474"/>
                <a:gd name="connsiteX4" fmla="*/ 582370 w 1422362"/>
                <a:gd name="connsiteY4" fmla="*/ 2278359 h 2291474"/>
                <a:gd name="connsiteX5" fmla="*/ 1253027 w 1422362"/>
                <a:gd name="connsiteY5" fmla="*/ 2291474 h 2291474"/>
                <a:gd name="connsiteX6" fmla="*/ 1262460 w 1422362"/>
                <a:gd name="connsiteY6" fmla="*/ 1968201 h 2291474"/>
                <a:gd name="connsiteX7" fmla="*/ 1421092 w 1422362"/>
                <a:gd name="connsiteY7" fmla="*/ 1107675 h 2291474"/>
                <a:gd name="connsiteX8" fmla="*/ 1369124 w 1422362"/>
                <a:gd name="connsiteY8" fmla="*/ 681879 h 2291474"/>
                <a:gd name="connsiteX9" fmla="*/ 1176719 w 1422362"/>
                <a:gd name="connsiteY9" fmla="*/ 650210 h 2291474"/>
                <a:gd name="connsiteX10" fmla="*/ 1168953 w 1422362"/>
                <a:gd name="connsiteY10" fmla="*/ 949189 h 2291474"/>
                <a:gd name="connsiteX11" fmla="*/ 1156855 w 1422362"/>
                <a:gd name="connsiteY11" fmla="*/ 638460 h 2291474"/>
                <a:gd name="connsiteX12" fmla="*/ 927050 w 1422362"/>
                <a:gd name="connsiteY12" fmla="*/ 596083 h 2291474"/>
                <a:gd name="connsiteX13" fmla="*/ 957315 w 1422362"/>
                <a:gd name="connsiteY13" fmla="*/ 925297 h 2291474"/>
                <a:gd name="connsiteX14" fmla="*/ 905990 w 1422362"/>
                <a:gd name="connsiteY14" fmla="*/ 595041 h 2291474"/>
                <a:gd name="connsiteX15" fmla="*/ 711016 w 1422362"/>
                <a:gd name="connsiteY15" fmla="*/ 550747 h 2291474"/>
                <a:gd name="connsiteX16" fmla="*/ 729319 w 1422362"/>
                <a:gd name="connsiteY16" fmla="*/ 938954 h 2291474"/>
                <a:gd name="connsiteX17" fmla="*/ 673525 w 1422362"/>
                <a:gd name="connsiteY17" fmla="*/ 130688 h 2291474"/>
                <a:gd name="connsiteX18" fmla="*/ 471802 w 1422362"/>
                <a:gd name="connsiteY18" fmla="*/ 127084 h 2291474"/>
                <a:gd name="connsiteX19" fmla="*/ 473286 w 1422362"/>
                <a:gd name="connsiteY19" fmla="*/ 1293254 h 2291474"/>
                <a:gd name="connsiteX20" fmla="*/ 338442 w 1422362"/>
                <a:gd name="connsiteY20" fmla="*/ 1239349 h 2291474"/>
                <a:gd name="connsiteX21" fmla="*/ 719 w 1422362"/>
                <a:gd name="connsiteY21" fmla="*/ 938672 h 2291474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29319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48524 h 2301326"/>
                <a:gd name="connsiteX1" fmla="*/ 140932 w 1422362"/>
                <a:gd name="connsiteY1" fmla="*/ 1344298 h 2301326"/>
                <a:gd name="connsiteX2" fmla="*/ 309182 w 1422362"/>
                <a:gd name="connsiteY2" fmla="*/ 1702743 h 2301326"/>
                <a:gd name="connsiteX3" fmla="*/ 548773 w 1422362"/>
                <a:gd name="connsiteY3" fmla="*/ 1927317 h 2301326"/>
                <a:gd name="connsiteX4" fmla="*/ 582370 w 1422362"/>
                <a:gd name="connsiteY4" fmla="*/ 2288211 h 2301326"/>
                <a:gd name="connsiteX5" fmla="*/ 1253027 w 1422362"/>
                <a:gd name="connsiteY5" fmla="*/ 2301326 h 2301326"/>
                <a:gd name="connsiteX6" fmla="*/ 1262460 w 1422362"/>
                <a:gd name="connsiteY6" fmla="*/ 1978053 h 2301326"/>
                <a:gd name="connsiteX7" fmla="*/ 1421092 w 1422362"/>
                <a:gd name="connsiteY7" fmla="*/ 1117527 h 2301326"/>
                <a:gd name="connsiteX8" fmla="*/ 1369124 w 1422362"/>
                <a:gd name="connsiteY8" fmla="*/ 691731 h 2301326"/>
                <a:gd name="connsiteX9" fmla="*/ 1176719 w 1422362"/>
                <a:gd name="connsiteY9" fmla="*/ 660062 h 2301326"/>
                <a:gd name="connsiteX10" fmla="*/ 1168953 w 1422362"/>
                <a:gd name="connsiteY10" fmla="*/ 959041 h 2301326"/>
                <a:gd name="connsiteX11" fmla="*/ 1156855 w 1422362"/>
                <a:gd name="connsiteY11" fmla="*/ 648312 h 2301326"/>
                <a:gd name="connsiteX12" fmla="*/ 927050 w 1422362"/>
                <a:gd name="connsiteY12" fmla="*/ 605935 h 2301326"/>
                <a:gd name="connsiteX13" fmla="*/ 957315 w 1422362"/>
                <a:gd name="connsiteY13" fmla="*/ 935149 h 2301326"/>
                <a:gd name="connsiteX14" fmla="*/ 905990 w 1422362"/>
                <a:gd name="connsiteY14" fmla="*/ 604893 h 2301326"/>
                <a:gd name="connsiteX15" fmla="*/ 711016 w 1422362"/>
                <a:gd name="connsiteY15" fmla="*/ 560599 h 2301326"/>
                <a:gd name="connsiteX16" fmla="*/ 714846 w 1422362"/>
                <a:gd name="connsiteY16" fmla="*/ 948806 h 2301326"/>
                <a:gd name="connsiteX17" fmla="*/ 673525 w 1422362"/>
                <a:gd name="connsiteY17" fmla="*/ 140540 h 2301326"/>
                <a:gd name="connsiteX18" fmla="*/ 471802 w 1422362"/>
                <a:gd name="connsiteY18" fmla="*/ 136936 h 2301326"/>
                <a:gd name="connsiteX19" fmla="*/ 473286 w 1422362"/>
                <a:gd name="connsiteY19" fmla="*/ 1303106 h 2301326"/>
                <a:gd name="connsiteX20" fmla="*/ 338442 w 1422362"/>
                <a:gd name="connsiteY20" fmla="*/ 1249201 h 2301326"/>
                <a:gd name="connsiteX21" fmla="*/ 719 w 1422362"/>
                <a:gd name="connsiteY21" fmla="*/ 948524 h 2301326"/>
                <a:gd name="connsiteX0" fmla="*/ 719 w 1422362"/>
                <a:gd name="connsiteY0" fmla="*/ 914198 h 2267000"/>
                <a:gd name="connsiteX1" fmla="*/ 140932 w 1422362"/>
                <a:gd name="connsiteY1" fmla="*/ 1309972 h 2267000"/>
                <a:gd name="connsiteX2" fmla="*/ 309182 w 1422362"/>
                <a:gd name="connsiteY2" fmla="*/ 1668417 h 2267000"/>
                <a:gd name="connsiteX3" fmla="*/ 548773 w 1422362"/>
                <a:gd name="connsiteY3" fmla="*/ 1892991 h 2267000"/>
                <a:gd name="connsiteX4" fmla="*/ 582370 w 1422362"/>
                <a:gd name="connsiteY4" fmla="*/ 2253885 h 2267000"/>
                <a:gd name="connsiteX5" fmla="*/ 1253027 w 1422362"/>
                <a:gd name="connsiteY5" fmla="*/ 2267000 h 2267000"/>
                <a:gd name="connsiteX6" fmla="*/ 1262460 w 1422362"/>
                <a:gd name="connsiteY6" fmla="*/ 1943727 h 2267000"/>
                <a:gd name="connsiteX7" fmla="*/ 1421092 w 1422362"/>
                <a:gd name="connsiteY7" fmla="*/ 1083201 h 2267000"/>
                <a:gd name="connsiteX8" fmla="*/ 1369124 w 1422362"/>
                <a:gd name="connsiteY8" fmla="*/ 657405 h 2267000"/>
                <a:gd name="connsiteX9" fmla="*/ 1176719 w 1422362"/>
                <a:gd name="connsiteY9" fmla="*/ 625736 h 2267000"/>
                <a:gd name="connsiteX10" fmla="*/ 1168953 w 1422362"/>
                <a:gd name="connsiteY10" fmla="*/ 924715 h 2267000"/>
                <a:gd name="connsiteX11" fmla="*/ 1156855 w 1422362"/>
                <a:gd name="connsiteY11" fmla="*/ 613986 h 2267000"/>
                <a:gd name="connsiteX12" fmla="*/ 927050 w 1422362"/>
                <a:gd name="connsiteY12" fmla="*/ 571609 h 2267000"/>
                <a:gd name="connsiteX13" fmla="*/ 957315 w 1422362"/>
                <a:gd name="connsiteY13" fmla="*/ 900823 h 2267000"/>
                <a:gd name="connsiteX14" fmla="*/ 905990 w 1422362"/>
                <a:gd name="connsiteY14" fmla="*/ 570567 h 2267000"/>
                <a:gd name="connsiteX15" fmla="*/ 711016 w 1422362"/>
                <a:gd name="connsiteY15" fmla="*/ 526273 h 2267000"/>
                <a:gd name="connsiteX16" fmla="*/ 714846 w 1422362"/>
                <a:gd name="connsiteY16" fmla="*/ 914480 h 2267000"/>
                <a:gd name="connsiteX17" fmla="*/ 673525 w 1422362"/>
                <a:gd name="connsiteY17" fmla="*/ 106214 h 2267000"/>
                <a:gd name="connsiteX18" fmla="*/ 486275 w 1422362"/>
                <a:gd name="connsiteY18" fmla="*/ 174974 h 2267000"/>
                <a:gd name="connsiteX19" fmla="*/ 473286 w 1422362"/>
                <a:gd name="connsiteY19" fmla="*/ 1268780 h 2267000"/>
                <a:gd name="connsiteX20" fmla="*/ 338442 w 1422362"/>
                <a:gd name="connsiteY20" fmla="*/ 1214875 h 2267000"/>
                <a:gd name="connsiteX21" fmla="*/ 719 w 1422362"/>
                <a:gd name="connsiteY21" fmla="*/ 914198 h 2267000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897709 h 2250511"/>
                <a:gd name="connsiteX1" fmla="*/ 140932 w 1422362"/>
                <a:gd name="connsiteY1" fmla="*/ 1293483 h 2250511"/>
                <a:gd name="connsiteX2" fmla="*/ 309182 w 1422362"/>
                <a:gd name="connsiteY2" fmla="*/ 1651928 h 2250511"/>
                <a:gd name="connsiteX3" fmla="*/ 548773 w 1422362"/>
                <a:gd name="connsiteY3" fmla="*/ 1876502 h 2250511"/>
                <a:gd name="connsiteX4" fmla="*/ 582370 w 1422362"/>
                <a:gd name="connsiteY4" fmla="*/ 2237396 h 2250511"/>
                <a:gd name="connsiteX5" fmla="*/ 1253027 w 1422362"/>
                <a:gd name="connsiteY5" fmla="*/ 2250511 h 2250511"/>
                <a:gd name="connsiteX6" fmla="*/ 1262460 w 1422362"/>
                <a:gd name="connsiteY6" fmla="*/ 1927238 h 2250511"/>
                <a:gd name="connsiteX7" fmla="*/ 1421092 w 1422362"/>
                <a:gd name="connsiteY7" fmla="*/ 1066712 h 2250511"/>
                <a:gd name="connsiteX8" fmla="*/ 1369124 w 1422362"/>
                <a:gd name="connsiteY8" fmla="*/ 640916 h 2250511"/>
                <a:gd name="connsiteX9" fmla="*/ 1176719 w 1422362"/>
                <a:gd name="connsiteY9" fmla="*/ 609247 h 2250511"/>
                <a:gd name="connsiteX10" fmla="*/ 1168953 w 1422362"/>
                <a:gd name="connsiteY10" fmla="*/ 908226 h 2250511"/>
                <a:gd name="connsiteX11" fmla="*/ 1156855 w 1422362"/>
                <a:gd name="connsiteY11" fmla="*/ 597497 h 2250511"/>
                <a:gd name="connsiteX12" fmla="*/ 927050 w 1422362"/>
                <a:gd name="connsiteY12" fmla="*/ 555120 h 2250511"/>
                <a:gd name="connsiteX13" fmla="*/ 957315 w 1422362"/>
                <a:gd name="connsiteY13" fmla="*/ 884334 h 2250511"/>
                <a:gd name="connsiteX14" fmla="*/ 905990 w 1422362"/>
                <a:gd name="connsiteY14" fmla="*/ 554078 h 2250511"/>
                <a:gd name="connsiteX15" fmla="*/ 711016 w 1422362"/>
                <a:gd name="connsiteY15" fmla="*/ 509784 h 2250511"/>
                <a:gd name="connsiteX16" fmla="*/ 714846 w 1422362"/>
                <a:gd name="connsiteY16" fmla="*/ 897991 h 2250511"/>
                <a:gd name="connsiteX17" fmla="*/ 683174 w 1422362"/>
                <a:gd name="connsiteY17" fmla="*/ 118671 h 2250511"/>
                <a:gd name="connsiteX18" fmla="*/ 486275 w 1422362"/>
                <a:gd name="connsiteY18" fmla="*/ 158485 h 2250511"/>
                <a:gd name="connsiteX19" fmla="*/ 473286 w 1422362"/>
                <a:gd name="connsiteY19" fmla="*/ 1252291 h 2250511"/>
                <a:gd name="connsiteX20" fmla="*/ 338442 w 1422362"/>
                <a:gd name="connsiteY20" fmla="*/ 1198386 h 2250511"/>
                <a:gd name="connsiteX21" fmla="*/ 719 w 1422362"/>
                <a:gd name="connsiteY21" fmla="*/ 897709 h 2250511"/>
                <a:gd name="connsiteX0" fmla="*/ 719 w 1422362"/>
                <a:gd name="connsiteY0" fmla="*/ 904644 h 2257446"/>
                <a:gd name="connsiteX1" fmla="*/ 140932 w 1422362"/>
                <a:gd name="connsiteY1" fmla="*/ 1300418 h 2257446"/>
                <a:gd name="connsiteX2" fmla="*/ 309182 w 1422362"/>
                <a:gd name="connsiteY2" fmla="*/ 1658863 h 2257446"/>
                <a:gd name="connsiteX3" fmla="*/ 548773 w 1422362"/>
                <a:gd name="connsiteY3" fmla="*/ 1883437 h 2257446"/>
                <a:gd name="connsiteX4" fmla="*/ 582370 w 1422362"/>
                <a:gd name="connsiteY4" fmla="*/ 2244331 h 2257446"/>
                <a:gd name="connsiteX5" fmla="*/ 1253027 w 1422362"/>
                <a:gd name="connsiteY5" fmla="*/ 2257446 h 2257446"/>
                <a:gd name="connsiteX6" fmla="*/ 1262460 w 1422362"/>
                <a:gd name="connsiteY6" fmla="*/ 1934173 h 2257446"/>
                <a:gd name="connsiteX7" fmla="*/ 1421092 w 1422362"/>
                <a:gd name="connsiteY7" fmla="*/ 1073647 h 2257446"/>
                <a:gd name="connsiteX8" fmla="*/ 1369124 w 1422362"/>
                <a:gd name="connsiteY8" fmla="*/ 647851 h 2257446"/>
                <a:gd name="connsiteX9" fmla="*/ 1176719 w 1422362"/>
                <a:gd name="connsiteY9" fmla="*/ 616182 h 2257446"/>
                <a:gd name="connsiteX10" fmla="*/ 1168953 w 1422362"/>
                <a:gd name="connsiteY10" fmla="*/ 915161 h 2257446"/>
                <a:gd name="connsiteX11" fmla="*/ 1156855 w 1422362"/>
                <a:gd name="connsiteY11" fmla="*/ 604432 h 2257446"/>
                <a:gd name="connsiteX12" fmla="*/ 927050 w 1422362"/>
                <a:gd name="connsiteY12" fmla="*/ 562055 h 2257446"/>
                <a:gd name="connsiteX13" fmla="*/ 957315 w 1422362"/>
                <a:gd name="connsiteY13" fmla="*/ 891269 h 2257446"/>
                <a:gd name="connsiteX14" fmla="*/ 905990 w 1422362"/>
                <a:gd name="connsiteY14" fmla="*/ 561013 h 2257446"/>
                <a:gd name="connsiteX15" fmla="*/ 711016 w 1422362"/>
                <a:gd name="connsiteY15" fmla="*/ 516719 h 2257446"/>
                <a:gd name="connsiteX16" fmla="*/ 714846 w 1422362"/>
                <a:gd name="connsiteY16" fmla="*/ 904926 h 2257446"/>
                <a:gd name="connsiteX17" fmla="*/ 683174 w 1422362"/>
                <a:gd name="connsiteY17" fmla="*/ 125606 h 2257446"/>
                <a:gd name="connsiteX18" fmla="*/ 486275 w 1422362"/>
                <a:gd name="connsiteY18" fmla="*/ 165420 h 2257446"/>
                <a:gd name="connsiteX19" fmla="*/ 473286 w 1422362"/>
                <a:gd name="connsiteY19" fmla="*/ 1259226 h 2257446"/>
                <a:gd name="connsiteX20" fmla="*/ 338442 w 1422362"/>
                <a:gd name="connsiteY20" fmla="*/ 1205321 h 2257446"/>
                <a:gd name="connsiteX21" fmla="*/ 719 w 1422362"/>
                <a:gd name="connsiteY21" fmla="*/ 904644 h 2257446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73286 w 1422362"/>
                <a:gd name="connsiteY19" fmla="*/ 1255537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38442 w 1422362"/>
                <a:gd name="connsiteY20" fmla="*/ 1201632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719 w 1422362"/>
                <a:gd name="connsiteY0" fmla="*/ 900955 h 2253757"/>
                <a:gd name="connsiteX1" fmla="*/ 140932 w 1422362"/>
                <a:gd name="connsiteY1" fmla="*/ 1296729 h 2253757"/>
                <a:gd name="connsiteX2" fmla="*/ 309182 w 1422362"/>
                <a:gd name="connsiteY2" fmla="*/ 1655174 h 2253757"/>
                <a:gd name="connsiteX3" fmla="*/ 548773 w 1422362"/>
                <a:gd name="connsiteY3" fmla="*/ 1879748 h 2253757"/>
                <a:gd name="connsiteX4" fmla="*/ 582370 w 1422362"/>
                <a:gd name="connsiteY4" fmla="*/ 2240642 h 2253757"/>
                <a:gd name="connsiteX5" fmla="*/ 1253027 w 1422362"/>
                <a:gd name="connsiteY5" fmla="*/ 2253757 h 2253757"/>
                <a:gd name="connsiteX6" fmla="*/ 1262460 w 1422362"/>
                <a:gd name="connsiteY6" fmla="*/ 1930484 h 2253757"/>
                <a:gd name="connsiteX7" fmla="*/ 1421092 w 1422362"/>
                <a:gd name="connsiteY7" fmla="*/ 1069958 h 2253757"/>
                <a:gd name="connsiteX8" fmla="*/ 1369124 w 1422362"/>
                <a:gd name="connsiteY8" fmla="*/ 644162 h 2253757"/>
                <a:gd name="connsiteX9" fmla="*/ 1176719 w 1422362"/>
                <a:gd name="connsiteY9" fmla="*/ 612493 h 2253757"/>
                <a:gd name="connsiteX10" fmla="*/ 1168953 w 1422362"/>
                <a:gd name="connsiteY10" fmla="*/ 911472 h 2253757"/>
                <a:gd name="connsiteX11" fmla="*/ 1156855 w 1422362"/>
                <a:gd name="connsiteY11" fmla="*/ 600743 h 2253757"/>
                <a:gd name="connsiteX12" fmla="*/ 927050 w 1422362"/>
                <a:gd name="connsiteY12" fmla="*/ 558366 h 2253757"/>
                <a:gd name="connsiteX13" fmla="*/ 957315 w 1422362"/>
                <a:gd name="connsiteY13" fmla="*/ 887580 h 2253757"/>
                <a:gd name="connsiteX14" fmla="*/ 905990 w 1422362"/>
                <a:gd name="connsiteY14" fmla="*/ 557324 h 2253757"/>
                <a:gd name="connsiteX15" fmla="*/ 711016 w 1422362"/>
                <a:gd name="connsiteY15" fmla="*/ 513030 h 2253757"/>
                <a:gd name="connsiteX16" fmla="*/ 714846 w 1422362"/>
                <a:gd name="connsiteY16" fmla="*/ 901237 h 2253757"/>
                <a:gd name="connsiteX17" fmla="*/ 683174 w 1422362"/>
                <a:gd name="connsiteY17" fmla="*/ 121917 h 2253757"/>
                <a:gd name="connsiteX18" fmla="*/ 486275 w 1422362"/>
                <a:gd name="connsiteY18" fmla="*/ 161731 h 2253757"/>
                <a:gd name="connsiteX19" fmla="*/ 463637 w 1422362"/>
                <a:gd name="connsiteY19" fmla="*/ 1183173 h 2253757"/>
                <a:gd name="connsiteX20" fmla="*/ 304672 w 1422362"/>
                <a:gd name="connsiteY20" fmla="*/ 1148565 h 2253757"/>
                <a:gd name="connsiteX21" fmla="*/ 719 w 1422362"/>
                <a:gd name="connsiteY21" fmla="*/ 900955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436 w 1494443"/>
                <a:gd name="connsiteY0" fmla="*/ 886482 h 2253757"/>
                <a:gd name="connsiteX1" fmla="*/ 213013 w 1494443"/>
                <a:gd name="connsiteY1" fmla="*/ 1296729 h 2253757"/>
                <a:gd name="connsiteX2" fmla="*/ 381263 w 1494443"/>
                <a:gd name="connsiteY2" fmla="*/ 1655174 h 2253757"/>
                <a:gd name="connsiteX3" fmla="*/ 620854 w 1494443"/>
                <a:gd name="connsiteY3" fmla="*/ 1879748 h 2253757"/>
                <a:gd name="connsiteX4" fmla="*/ 654451 w 1494443"/>
                <a:gd name="connsiteY4" fmla="*/ 2240642 h 2253757"/>
                <a:gd name="connsiteX5" fmla="*/ 1325108 w 1494443"/>
                <a:gd name="connsiteY5" fmla="*/ 2253757 h 2253757"/>
                <a:gd name="connsiteX6" fmla="*/ 1334541 w 1494443"/>
                <a:gd name="connsiteY6" fmla="*/ 1930484 h 2253757"/>
                <a:gd name="connsiteX7" fmla="*/ 1493173 w 1494443"/>
                <a:gd name="connsiteY7" fmla="*/ 1069958 h 2253757"/>
                <a:gd name="connsiteX8" fmla="*/ 1441205 w 1494443"/>
                <a:gd name="connsiteY8" fmla="*/ 644162 h 2253757"/>
                <a:gd name="connsiteX9" fmla="*/ 1248800 w 1494443"/>
                <a:gd name="connsiteY9" fmla="*/ 612493 h 2253757"/>
                <a:gd name="connsiteX10" fmla="*/ 1241034 w 1494443"/>
                <a:gd name="connsiteY10" fmla="*/ 911472 h 2253757"/>
                <a:gd name="connsiteX11" fmla="*/ 1228936 w 1494443"/>
                <a:gd name="connsiteY11" fmla="*/ 600743 h 2253757"/>
                <a:gd name="connsiteX12" fmla="*/ 999131 w 1494443"/>
                <a:gd name="connsiteY12" fmla="*/ 558366 h 2253757"/>
                <a:gd name="connsiteX13" fmla="*/ 1029396 w 1494443"/>
                <a:gd name="connsiteY13" fmla="*/ 887580 h 2253757"/>
                <a:gd name="connsiteX14" fmla="*/ 978071 w 1494443"/>
                <a:gd name="connsiteY14" fmla="*/ 557324 h 2253757"/>
                <a:gd name="connsiteX15" fmla="*/ 783097 w 1494443"/>
                <a:gd name="connsiteY15" fmla="*/ 513030 h 2253757"/>
                <a:gd name="connsiteX16" fmla="*/ 786927 w 1494443"/>
                <a:gd name="connsiteY16" fmla="*/ 901237 h 2253757"/>
                <a:gd name="connsiteX17" fmla="*/ 755255 w 1494443"/>
                <a:gd name="connsiteY17" fmla="*/ 121917 h 2253757"/>
                <a:gd name="connsiteX18" fmla="*/ 558356 w 1494443"/>
                <a:gd name="connsiteY18" fmla="*/ 161731 h 2253757"/>
                <a:gd name="connsiteX19" fmla="*/ 535718 w 1494443"/>
                <a:gd name="connsiteY19" fmla="*/ 1183173 h 2253757"/>
                <a:gd name="connsiteX20" fmla="*/ 376753 w 1494443"/>
                <a:gd name="connsiteY20" fmla="*/ 1148565 h 2253757"/>
                <a:gd name="connsiteX21" fmla="*/ 436 w 1494443"/>
                <a:gd name="connsiteY21" fmla="*/ 886482 h 2253757"/>
                <a:gd name="connsiteX0" fmla="*/ 0 w 1494007"/>
                <a:gd name="connsiteY0" fmla="*/ 886482 h 2253757"/>
                <a:gd name="connsiteX1" fmla="*/ 212577 w 1494007"/>
                <a:gd name="connsiteY1" fmla="*/ 1296729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380827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240642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253757"/>
                <a:gd name="connsiteX1" fmla="*/ 202929 w 1494007"/>
                <a:gd name="connsiteY1" fmla="*/ 1320850 h 2253757"/>
                <a:gd name="connsiteX2" fmla="*/ 438719 w 1494007"/>
                <a:gd name="connsiteY2" fmla="*/ 1655174 h 2253757"/>
                <a:gd name="connsiteX3" fmla="*/ 620418 w 1494007"/>
                <a:gd name="connsiteY3" fmla="*/ 1879748 h 2253757"/>
                <a:gd name="connsiteX4" fmla="*/ 654015 w 1494007"/>
                <a:gd name="connsiteY4" fmla="*/ 2115210 h 2253757"/>
                <a:gd name="connsiteX5" fmla="*/ 1324672 w 1494007"/>
                <a:gd name="connsiteY5" fmla="*/ 2253757 h 2253757"/>
                <a:gd name="connsiteX6" fmla="*/ 1334105 w 1494007"/>
                <a:gd name="connsiteY6" fmla="*/ 1930484 h 2253757"/>
                <a:gd name="connsiteX7" fmla="*/ 1492737 w 1494007"/>
                <a:gd name="connsiteY7" fmla="*/ 1069958 h 2253757"/>
                <a:gd name="connsiteX8" fmla="*/ 1440769 w 1494007"/>
                <a:gd name="connsiteY8" fmla="*/ 644162 h 2253757"/>
                <a:gd name="connsiteX9" fmla="*/ 1248364 w 1494007"/>
                <a:gd name="connsiteY9" fmla="*/ 612493 h 2253757"/>
                <a:gd name="connsiteX10" fmla="*/ 1240598 w 1494007"/>
                <a:gd name="connsiteY10" fmla="*/ 911472 h 2253757"/>
                <a:gd name="connsiteX11" fmla="*/ 1228500 w 1494007"/>
                <a:gd name="connsiteY11" fmla="*/ 600743 h 2253757"/>
                <a:gd name="connsiteX12" fmla="*/ 998695 w 1494007"/>
                <a:gd name="connsiteY12" fmla="*/ 558366 h 2253757"/>
                <a:gd name="connsiteX13" fmla="*/ 1028960 w 1494007"/>
                <a:gd name="connsiteY13" fmla="*/ 887580 h 2253757"/>
                <a:gd name="connsiteX14" fmla="*/ 977635 w 1494007"/>
                <a:gd name="connsiteY14" fmla="*/ 557324 h 2253757"/>
                <a:gd name="connsiteX15" fmla="*/ 782661 w 1494007"/>
                <a:gd name="connsiteY15" fmla="*/ 513030 h 2253757"/>
                <a:gd name="connsiteX16" fmla="*/ 786491 w 1494007"/>
                <a:gd name="connsiteY16" fmla="*/ 901237 h 2253757"/>
                <a:gd name="connsiteX17" fmla="*/ 754819 w 1494007"/>
                <a:gd name="connsiteY17" fmla="*/ 121917 h 2253757"/>
                <a:gd name="connsiteX18" fmla="*/ 557920 w 1494007"/>
                <a:gd name="connsiteY18" fmla="*/ 161731 h 2253757"/>
                <a:gd name="connsiteX19" fmla="*/ 535282 w 1494007"/>
                <a:gd name="connsiteY19" fmla="*/ 1183173 h 2253757"/>
                <a:gd name="connsiteX20" fmla="*/ 376317 w 1494007"/>
                <a:gd name="connsiteY20" fmla="*/ 1148565 h 2253757"/>
                <a:gd name="connsiteX21" fmla="*/ 0 w 1494007"/>
                <a:gd name="connsiteY21" fmla="*/ 886482 h 2253757"/>
                <a:gd name="connsiteX0" fmla="*/ 0 w 1494007"/>
                <a:gd name="connsiteY0" fmla="*/ 886482 h 2147622"/>
                <a:gd name="connsiteX1" fmla="*/ 202929 w 1494007"/>
                <a:gd name="connsiteY1" fmla="*/ 1320850 h 2147622"/>
                <a:gd name="connsiteX2" fmla="*/ 438719 w 1494007"/>
                <a:gd name="connsiteY2" fmla="*/ 1655174 h 2147622"/>
                <a:gd name="connsiteX3" fmla="*/ 620418 w 1494007"/>
                <a:gd name="connsiteY3" fmla="*/ 1879748 h 2147622"/>
                <a:gd name="connsiteX4" fmla="*/ 654015 w 1494007"/>
                <a:gd name="connsiteY4" fmla="*/ 2115210 h 2147622"/>
                <a:gd name="connsiteX5" fmla="*/ 1339145 w 1494007"/>
                <a:gd name="connsiteY5" fmla="*/ 2147622 h 2147622"/>
                <a:gd name="connsiteX6" fmla="*/ 1334105 w 1494007"/>
                <a:gd name="connsiteY6" fmla="*/ 1930484 h 2147622"/>
                <a:gd name="connsiteX7" fmla="*/ 1492737 w 1494007"/>
                <a:gd name="connsiteY7" fmla="*/ 1069958 h 2147622"/>
                <a:gd name="connsiteX8" fmla="*/ 1440769 w 1494007"/>
                <a:gd name="connsiteY8" fmla="*/ 644162 h 2147622"/>
                <a:gd name="connsiteX9" fmla="*/ 1248364 w 1494007"/>
                <a:gd name="connsiteY9" fmla="*/ 612493 h 2147622"/>
                <a:gd name="connsiteX10" fmla="*/ 1240598 w 1494007"/>
                <a:gd name="connsiteY10" fmla="*/ 911472 h 2147622"/>
                <a:gd name="connsiteX11" fmla="*/ 1228500 w 1494007"/>
                <a:gd name="connsiteY11" fmla="*/ 600743 h 2147622"/>
                <a:gd name="connsiteX12" fmla="*/ 998695 w 1494007"/>
                <a:gd name="connsiteY12" fmla="*/ 558366 h 2147622"/>
                <a:gd name="connsiteX13" fmla="*/ 1028960 w 1494007"/>
                <a:gd name="connsiteY13" fmla="*/ 887580 h 2147622"/>
                <a:gd name="connsiteX14" fmla="*/ 977635 w 1494007"/>
                <a:gd name="connsiteY14" fmla="*/ 557324 h 2147622"/>
                <a:gd name="connsiteX15" fmla="*/ 782661 w 1494007"/>
                <a:gd name="connsiteY15" fmla="*/ 513030 h 2147622"/>
                <a:gd name="connsiteX16" fmla="*/ 786491 w 1494007"/>
                <a:gd name="connsiteY16" fmla="*/ 901237 h 2147622"/>
                <a:gd name="connsiteX17" fmla="*/ 754819 w 1494007"/>
                <a:gd name="connsiteY17" fmla="*/ 121917 h 2147622"/>
                <a:gd name="connsiteX18" fmla="*/ 557920 w 1494007"/>
                <a:gd name="connsiteY18" fmla="*/ 161731 h 2147622"/>
                <a:gd name="connsiteX19" fmla="*/ 535282 w 1494007"/>
                <a:gd name="connsiteY19" fmla="*/ 1183173 h 2147622"/>
                <a:gd name="connsiteX20" fmla="*/ 376317 w 1494007"/>
                <a:gd name="connsiteY20" fmla="*/ 1148565 h 2147622"/>
                <a:gd name="connsiteX21" fmla="*/ 0 w 1494007"/>
                <a:gd name="connsiteY21" fmla="*/ 886482 h 2147622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5282 w 1494007"/>
                <a:gd name="connsiteY19" fmla="*/ 1183173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01512 w 1494007"/>
                <a:gd name="connsiteY19" fmla="*/ 1192821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76317 w 1494007"/>
                <a:gd name="connsiteY20" fmla="*/ 1148565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494007"/>
                <a:gd name="connsiteY0" fmla="*/ 886482 h 2123500"/>
                <a:gd name="connsiteX1" fmla="*/ 202929 w 1494007"/>
                <a:gd name="connsiteY1" fmla="*/ 1320850 h 2123500"/>
                <a:gd name="connsiteX2" fmla="*/ 438719 w 1494007"/>
                <a:gd name="connsiteY2" fmla="*/ 1655174 h 2123500"/>
                <a:gd name="connsiteX3" fmla="*/ 620418 w 1494007"/>
                <a:gd name="connsiteY3" fmla="*/ 1879748 h 2123500"/>
                <a:gd name="connsiteX4" fmla="*/ 654015 w 1494007"/>
                <a:gd name="connsiteY4" fmla="*/ 2115210 h 2123500"/>
                <a:gd name="connsiteX5" fmla="*/ 1334321 w 1494007"/>
                <a:gd name="connsiteY5" fmla="*/ 2123500 h 2123500"/>
                <a:gd name="connsiteX6" fmla="*/ 1334105 w 1494007"/>
                <a:gd name="connsiteY6" fmla="*/ 1930484 h 2123500"/>
                <a:gd name="connsiteX7" fmla="*/ 1492737 w 1494007"/>
                <a:gd name="connsiteY7" fmla="*/ 1069958 h 2123500"/>
                <a:gd name="connsiteX8" fmla="*/ 1440769 w 1494007"/>
                <a:gd name="connsiteY8" fmla="*/ 644162 h 2123500"/>
                <a:gd name="connsiteX9" fmla="*/ 1248364 w 1494007"/>
                <a:gd name="connsiteY9" fmla="*/ 612493 h 2123500"/>
                <a:gd name="connsiteX10" fmla="*/ 1240598 w 1494007"/>
                <a:gd name="connsiteY10" fmla="*/ 911472 h 2123500"/>
                <a:gd name="connsiteX11" fmla="*/ 1228500 w 1494007"/>
                <a:gd name="connsiteY11" fmla="*/ 600743 h 2123500"/>
                <a:gd name="connsiteX12" fmla="*/ 998695 w 1494007"/>
                <a:gd name="connsiteY12" fmla="*/ 558366 h 2123500"/>
                <a:gd name="connsiteX13" fmla="*/ 1028960 w 1494007"/>
                <a:gd name="connsiteY13" fmla="*/ 887580 h 2123500"/>
                <a:gd name="connsiteX14" fmla="*/ 977635 w 1494007"/>
                <a:gd name="connsiteY14" fmla="*/ 557324 h 2123500"/>
                <a:gd name="connsiteX15" fmla="*/ 782661 w 1494007"/>
                <a:gd name="connsiteY15" fmla="*/ 513030 h 2123500"/>
                <a:gd name="connsiteX16" fmla="*/ 786491 w 1494007"/>
                <a:gd name="connsiteY16" fmla="*/ 901237 h 2123500"/>
                <a:gd name="connsiteX17" fmla="*/ 754819 w 1494007"/>
                <a:gd name="connsiteY17" fmla="*/ 121917 h 2123500"/>
                <a:gd name="connsiteX18" fmla="*/ 557920 w 1494007"/>
                <a:gd name="connsiteY18" fmla="*/ 161731 h 2123500"/>
                <a:gd name="connsiteX19" fmla="*/ 530458 w 1494007"/>
                <a:gd name="connsiteY19" fmla="*/ 1197645 h 2123500"/>
                <a:gd name="connsiteX20" fmla="*/ 395614 w 1494007"/>
                <a:gd name="connsiteY20" fmla="*/ 1153389 h 2123500"/>
                <a:gd name="connsiteX21" fmla="*/ 0 w 1494007"/>
                <a:gd name="connsiteY21" fmla="*/ 886482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23500"/>
                <a:gd name="connsiteX1" fmla="*/ 227051 w 1518129"/>
                <a:gd name="connsiteY1" fmla="*/ 1320850 h 2123500"/>
                <a:gd name="connsiteX2" fmla="*/ 462841 w 1518129"/>
                <a:gd name="connsiteY2" fmla="*/ 1655174 h 2123500"/>
                <a:gd name="connsiteX3" fmla="*/ 644540 w 1518129"/>
                <a:gd name="connsiteY3" fmla="*/ 1879748 h 2123500"/>
                <a:gd name="connsiteX4" fmla="*/ 678137 w 1518129"/>
                <a:gd name="connsiteY4" fmla="*/ 2115210 h 2123500"/>
                <a:gd name="connsiteX5" fmla="*/ 1358443 w 1518129"/>
                <a:gd name="connsiteY5" fmla="*/ 2123500 h 2123500"/>
                <a:gd name="connsiteX6" fmla="*/ 1358227 w 1518129"/>
                <a:gd name="connsiteY6" fmla="*/ 1930484 h 2123500"/>
                <a:gd name="connsiteX7" fmla="*/ 1516859 w 1518129"/>
                <a:gd name="connsiteY7" fmla="*/ 1069958 h 2123500"/>
                <a:gd name="connsiteX8" fmla="*/ 1464891 w 1518129"/>
                <a:gd name="connsiteY8" fmla="*/ 644162 h 2123500"/>
                <a:gd name="connsiteX9" fmla="*/ 1272486 w 1518129"/>
                <a:gd name="connsiteY9" fmla="*/ 612493 h 2123500"/>
                <a:gd name="connsiteX10" fmla="*/ 1264720 w 1518129"/>
                <a:gd name="connsiteY10" fmla="*/ 911472 h 2123500"/>
                <a:gd name="connsiteX11" fmla="*/ 1252622 w 1518129"/>
                <a:gd name="connsiteY11" fmla="*/ 600743 h 2123500"/>
                <a:gd name="connsiteX12" fmla="*/ 1022817 w 1518129"/>
                <a:gd name="connsiteY12" fmla="*/ 558366 h 2123500"/>
                <a:gd name="connsiteX13" fmla="*/ 1053082 w 1518129"/>
                <a:gd name="connsiteY13" fmla="*/ 887580 h 2123500"/>
                <a:gd name="connsiteX14" fmla="*/ 1001757 w 1518129"/>
                <a:gd name="connsiteY14" fmla="*/ 557324 h 2123500"/>
                <a:gd name="connsiteX15" fmla="*/ 806783 w 1518129"/>
                <a:gd name="connsiteY15" fmla="*/ 513030 h 2123500"/>
                <a:gd name="connsiteX16" fmla="*/ 810613 w 1518129"/>
                <a:gd name="connsiteY16" fmla="*/ 901237 h 2123500"/>
                <a:gd name="connsiteX17" fmla="*/ 778941 w 1518129"/>
                <a:gd name="connsiteY17" fmla="*/ 121917 h 2123500"/>
                <a:gd name="connsiteX18" fmla="*/ 582042 w 1518129"/>
                <a:gd name="connsiteY18" fmla="*/ 161731 h 2123500"/>
                <a:gd name="connsiteX19" fmla="*/ 554580 w 1518129"/>
                <a:gd name="connsiteY19" fmla="*/ 1197645 h 2123500"/>
                <a:gd name="connsiteX20" fmla="*/ 419736 w 1518129"/>
                <a:gd name="connsiteY20" fmla="*/ 1153389 h 2123500"/>
                <a:gd name="connsiteX21" fmla="*/ 0 w 1518129"/>
                <a:gd name="connsiteY21" fmla="*/ 891306 h 2123500"/>
                <a:gd name="connsiteX0" fmla="*/ 0 w 1518129"/>
                <a:gd name="connsiteY0" fmla="*/ 891306 h 2133149"/>
                <a:gd name="connsiteX1" fmla="*/ 227051 w 1518129"/>
                <a:gd name="connsiteY1" fmla="*/ 1320850 h 2133149"/>
                <a:gd name="connsiteX2" fmla="*/ 462841 w 1518129"/>
                <a:gd name="connsiteY2" fmla="*/ 1655174 h 2133149"/>
                <a:gd name="connsiteX3" fmla="*/ 644540 w 1518129"/>
                <a:gd name="connsiteY3" fmla="*/ 1879748 h 2133149"/>
                <a:gd name="connsiteX4" fmla="*/ 678137 w 1518129"/>
                <a:gd name="connsiteY4" fmla="*/ 2115210 h 2133149"/>
                <a:gd name="connsiteX5" fmla="*/ 1348794 w 1518129"/>
                <a:gd name="connsiteY5" fmla="*/ 2133149 h 2133149"/>
                <a:gd name="connsiteX6" fmla="*/ 1358227 w 1518129"/>
                <a:gd name="connsiteY6" fmla="*/ 1930484 h 2133149"/>
                <a:gd name="connsiteX7" fmla="*/ 1516859 w 1518129"/>
                <a:gd name="connsiteY7" fmla="*/ 1069958 h 2133149"/>
                <a:gd name="connsiteX8" fmla="*/ 1464891 w 1518129"/>
                <a:gd name="connsiteY8" fmla="*/ 644162 h 2133149"/>
                <a:gd name="connsiteX9" fmla="*/ 1272486 w 1518129"/>
                <a:gd name="connsiteY9" fmla="*/ 612493 h 2133149"/>
                <a:gd name="connsiteX10" fmla="*/ 1264720 w 1518129"/>
                <a:gd name="connsiteY10" fmla="*/ 911472 h 2133149"/>
                <a:gd name="connsiteX11" fmla="*/ 1252622 w 1518129"/>
                <a:gd name="connsiteY11" fmla="*/ 600743 h 2133149"/>
                <a:gd name="connsiteX12" fmla="*/ 1022817 w 1518129"/>
                <a:gd name="connsiteY12" fmla="*/ 558366 h 2133149"/>
                <a:gd name="connsiteX13" fmla="*/ 1053082 w 1518129"/>
                <a:gd name="connsiteY13" fmla="*/ 887580 h 2133149"/>
                <a:gd name="connsiteX14" fmla="*/ 1001757 w 1518129"/>
                <a:gd name="connsiteY14" fmla="*/ 557324 h 2133149"/>
                <a:gd name="connsiteX15" fmla="*/ 806783 w 1518129"/>
                <a:gd name="connsiteY15" fmla="*/ 513030 h 2133149"/>
                <a:gd name="connsiteX16" fmla="*/ 810613 w 1518129"/>
                <a:gd name="connsiteY16" fmla="*/ 901237 h 2133149"/>
                <a:gd name="connsiteX17" fmla="*/ 778941 w 1518129"/>
                <a:gd name="connsiteY17" fmla="*/ 121917 h 2133149"/>
                <a:gd name="connsiteX18" fmla="*/ 582042 w 1518129"/>
                <a:gd name="connsiteY18" fmla="*/ 161731 h 2133149"/>
                <a:gd name="connsiteX19" fmla="*/ 554580 w 1518129"/>
                <a:gd name="connsiteY19" fmla="*/ 1197645 h 2133149"/>
                <a:gd name="connsiteX20" fmla="*/ 419736 w 1518129"/>
                <a:gd name="connsiteY20" fmla="*/ 1153389 h 2133149"/>
                <a:gd name="connsiteX21" fmla="*/ 0 w 1518129"/>
                <a:gd name="connsiteY21" fmla="*/ 891306 h 2133149"/>
                <a:gd name="connsiteX0" fmla="*/ 0 w 1518129"/>
                <a:gd name="connsiteY0" fmla="*/ 891306 h 2115210"/>
                <a:gd name="connsiteX1" fmla="*/ 227051 w 1518129"/>
                <a:gd name="connsiteY1" fmla="*/ 1320850 h 2115210"/>
                <a:gd name="connsiteX2" fmla="*/ 462841 w 1518129"/>
                <a:gd name="connsiteY2" fmla="*/ 1655174 h 2115210"/>
                <a:gd name="connsiteX3" fmla="*/ 644540 w 1518129"/>
                <a:gd name="connsiteY3" fmla="*/ 1879748 h 2115210"/>
                <a:gd name="connsiteX4" fmla="*/ 678137 w 1518129"/>
                <a:gd name="connsiteY4" fmla="*/ 2115210 h 2115210"/>
                <a:gd name="connsiteX5" fmla="*/ 1339145 w 1518129"/>
                <a:gd name="connsiteY5" fmla="*/ 2113852 h 2115210"/>
                <a:gd name="connsiteX6" fmla="*/ 1358227 w 1518129"/>
                <a:gd name="connsiteY6" fmla="*/ 1930484 h 2115210"/>
                <a:gd name="connsiteX7" fmla="*/ 1516859 w 1518129"/>
                <a:gd name="connsiteY7" fmla="*/ 1069958 h 2115210"/>
                <a:gd name="connsiteX8" fmla="*/ 1464891 w 1518129"/>
                <a:gd name="connsiteY8" fmla="*/ 644162 h 2115210"/>
                <a:gd name="connsiteX9" fmla="*/ 1272486 w 1518129"/>
                <a:gd name="connsiteY9" fmla="*/ 612493 h 2115210"/>
                <a:gd name="connsiteX10" fmla="*/ 1264720 w 1518129"/>
                <a:gd name="connsiteY10" fmla="*/ 911472 h 2115210"/>
                <a:gd name="connsiteX11" fmla="*/ 1252622 w 1518129"/>
                <a:gd name="connsiteY11" fmla="*/ 600743 h 2115210"/>
                <a:gd name="connsiteX12" fmla="*/ 1022817 w 1518129"/>
                <a:gd name="connsiteY12" fmla="*/ 558366 h 2115210"/>
                <a:gd name="connsiteX13" fmla="*/ 1053082 w 1518129"/>
                <a:gd name="connsiteY13" fmla="*/ 887580 h 2115210"/>
                <a:gd name="connsiteX14" fmla="*/ 1001757 w 1518129"/>
                <a:gd name="connsiteY14" fmla="*/ 557324 h 2115210"/>
                <a:gd name="connsiteX15" fmla="*/ 806783 w 1518129"/>
                <a:gd name="connsiteY15" fmla="*/ 513030 h 2115210"/>
                <a:gd name="connsiteX16" fmla="*/ 810613 w 1518129"/>
                <a:gd name="connsiteY16" fmla="*/ 901237 h 2115210"/>
                <a:gd name="connsiteX17" fmla="*/ 778941 w 1518129"/>
                <a:gd name="connsiteY17" fmla="*/ 121917 h 2115210"/>
                <a:gd name="connsiteX18" fmla="*/ 582042 w 1518129"/>
                <a:gd name="connsiteY18" fmla="*/ 161731 h 2115210"/>
                <a:gd name="connsiteX19" fmla="*/ 554580 w 1518129"/>
                <a:gd name="connsiteY19" fmla="*/ 1197645 h 2115210"/>
                <a:gd name="connsiteX20" fmla="*/ 419736 w 1518129"/>
                <a:gd name="connsiteY20" fmla="*/ 1153389 h 2115210"/>
                <a:gd name="connsiteX21" fmla="*/ 0 w 1518129"/>
                <a:gd name="connsiteY21" fmla="*/ 891306 h 21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8129" h="2115210">
                  <a:moveTo>
                    <a:pt x="0" y="891306"/>
                  </a:moveTo>
                  <a:cubicBezTo>
                    <a:pt x="124742" y="1042097"/>
                    <a:pt x="180313" y="1188925"/>
                    <a:pt x="227051" y="1320850"/>
                  </a:cubicBezTo>
                  <a:cubicBezTo>
                    <a:pt x="283134" y="1440332"/>
                    <a:pt x="360533" y="1506746"/>
                    <a:pt x="462841" y="1655174"/>
                  </a:cubicBezTo>
                  <a:cubicBezTo>
                    <a:pt x="565096" y="1757587"/>
                    <a:pt x="604529" y="1837560"/>
                    <a:pt x="644540" y="1879748"/>
                  </a:cubicBezTo>
                  <a:cubicBezTo>
                    <a:pt x="721823" y="1966655"/>
                    <a:pt x="679875" y="2008729"/>
                    <a:pt x="678137" y="2115210"/>
                  </a:cubicBezTo>
                  <a:lnTo>
                    <a:pt x="1339145" y="2113852"/>
                  </a:lnTo>
                  <a:cubicBezTo>
                    <a:pt x="1324322" y="2047548"/>
                    <a:pt x="1303318" y="2034201"/>
                    <a:pt x="1358227" y="1930484"/>
                  </a:cubicBezTo>
                  <a:cubicBezTo>
                    <a:pt x="1521981" y="1634855"/>
                    <a:pt x="1516858" y="1179685"/>
                    <a:pt x="1516859" y="1069958"/>
                  </a:cubicBezTo>
                  <a:cubicBezTo>
                    <a:pt x="1522576" y="857179"/>
                    <a:pt x="1509640" y="720406"/>
                    <a:pt x="1464891" y="644162"/>
                  </a:cubicBezTo>
                  <a:cubicBezTo>
                    <a:pt x="1396021" y="572742"/>
                    <a:pt x="1370976" y="579197"/>
                    <a:pt x="1272486" y="612493"/>
                  </a:cubicBezTo>
                  <a:cubicBezTo>
                    <a:pt x="1306205" y="707004"/>
                    <a:pt x="1275123" y="829781"/>
                    <a:pt x="1264720" y="911472"/>
                  </a:cubicBezTo>
                  <a:cubicBezTo>
                    <a:pt x="1250153" y="907906"/>
                    <a:pt x="1292939" y="659594"/>
                    <a:pt x="1252622" y="600743"/>
                  </a:cubicBezTo>
                  <a:cubicBezTo>
                    <a:pt x="1202656" y="541892"/>
                    <a:pt x="1107533" y="508148"/>
                    <a:pt x="1022817" y="558366"/>
                  </a:cubicBezTo>
                  <a:cubicBezTo>
                    <a:pt x="1086811" y="668103"/>
                    <a:pt x="1058849" y="793697"/>
                    <a:pt x="1053082" y="887580"/>
                  </a:cubicBezTo>
                  <a:cubicBezTo>
                    <a:pt x="1041532" y="883386"/>
                    <a:pt x="1071753" y="653519"/>
                    <a:pt x="1001757" y="557324"/>
                  </a:cubicBezTo>
                  <a:cubicBezTo>
                    <a:pt x="946234" y="504548"/>
                    <a:pt x="915026" y="504758"/>
                    <a:pt x="806783" y="513030"/>
                  </a:cubicBezTo>
                  <a:cubicBezTo>
                    <a:pt x="816055" y="653003"/>
                    <a:pt x="822837" y="732256"/>
                    <a:pt x="810613" y="901237"/>
                  </a:cubicBezTo>
                  <a:cubicBezTo>
                    <a:pt x="782414" y="451352"/>
                    <a:pt x="784675" y="276900"/>
                    <a:pt x="778941" y="121917"/>
                  </a:cubicBezTo>
                  <a:cubicBezTo>
                    <a:pt x="774616" y="-32693"/>
                    <a:pt x="569584" y="-61779"/>
                    <a:pt x="582042" y="161731"/>
                  </a:cubicBezTo>
                  <a:cubicBezTo>
                    <a:pt x="570378" y="380417"/>
                    <a:pt x="623442" y="1132875"/>
                    <a:pt x="554580" y="1197645"/>
                  </a:cubicBezTo>
                  <a:cubicBezTo>
                    <a:pt x="495024" y="1230412"/>
                    <a:pt x="496393" y="1222363"/>
                    <a:pt x="419736" y="1153389"/>
                  </a:cubicBezTo>
                  <a:cubicBezTo>
                    <a:pt x="331744" y="1046414"/>
                    <a:pt x="197603" y="767201"/>
                    <a:pt x="0" y="8913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237614-27E4-4E44-AB53-441F724A66AE}"/>
                </a:ext>
              </a:extLst>
            </p:cNvPr>
            <p:cNvGrpSpPr/>
            <p:nvPr/>
          </p:nvGrpSpPr>
          <p:grpSpPr>
            <a:xfrm rot="5400000">
              <a:off x="-91119" y="4126341"/>
              <a:ext cx="1048447" cy="872955"/>
              <a:chOff x="967066" y="4263648"/>
              <a:chExt cx="670418" cy="125102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683E0C-15A4-46D0-831E-ED181CF631FA}"/>
                  </a:ext>
                </a:extLst>
              </p:cNvPr>
              <p:cNvSpPr/>
              <p:nvPr/>
            </p:nvSpPr>
            <p:spPr>
              <a:xfrm rot="16200000">
                <a:off x="1080146" y="4196080"/>
                <a:ext cx="457516" cy="5926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9E7157D-D83F-4008-BAFC-FA76DE72D77D}"/>
                  </a:ext>
                </a:extLst>
              </p:cNvPr>
              <p:cNvSpPr/>
              <p:nvPr/>
            </p:nvSpPr>
            <p:spPr>
              <a:xfrm rot="16200000">
                <a:off x="858794" y="4735980"/>
                <a:ext cx="886962" cy="6704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1058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084E4B-5F7E-4B0D-9538-D7ABEB183593}"/>
              </a:ext>
            </a:extLst>
          </p:cNvPr>
          <p:cNvSpPr/>
          <p:nvPr/>
        </p:nvSpPr>
        <p:spPr>
          <a:xfrm>
            <a:off x="7857460" y="1"/>
            <a:ext cx="4334539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91C40-340A-44BC-A6B3-C3A20A9ED913}"/>
              </a:ext>
            </a:extLst>
          </p:cNvPr>
          <p:cNvSpPr txBox="1"/>
          <p:nvPr/>
        </p:nvSpPr>
        <p:spPr>
          <a:xfrm>
            <a:off x="7857460" y="2629120"/>
            <a:ext cx="4334539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5867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4826</TotalTime>
  <Words>9</Words>
  <Application>Microsoft Office PowerPoint</Application>
  <PresentationFormat>Widescreen</PresentationFormat>
  <Paragraphs>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ARVIND KHARWAL</cp:lastModifiedBy>
  <cp:revision>214</cp:revision>
  <cp:lastPrinted>2019-05-18T07:06:32Z</cp:lastPrinted>
  <dcterms:created xsi:type="dcterms:W3CDTF">2018-04-24T17:14:44Z</dcterms:created>
  <dcterms:modified xsi:type="dcterms:W3CDTF">2026-01-30T10:45:30Z</dcterms:modified>
</cp:coreProperties>
</file>